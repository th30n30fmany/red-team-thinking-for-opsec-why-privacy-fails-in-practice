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4"/>
    <p:sldMasterId id="214748370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Poppins"/>
      <p:regular r:id="rId30"/>
      <p:bold r:id="rId31"/>
      <p:italic r:id="rId32"/>
      <p:boldItalic r:id="rId33"/>
    </p:embeddedFont>
    <p:embeddedFont>
      <p:font typeface="Nunito Sans Medium"/>
      <p:regular r:id="rId34"/>
      <p:bold r:id="rId35"/>
      <p:italic r:id="rId36"/>
      <p:boldItalic r:id="rId37"/>
    </p:embeddedFont>
    <p:embeddedFont>
      <p:font typeface="Poppins Medium"/>
      <p:regular r:id="rId38"/>
      <p:bold r:id="rId39"/>
      <p:italic r:id="rId40"/>
      <p:boldItalic r:id="rId41"/>
    </p:embeddedFont>
    <p:embeddedFont>
      <p:font typeface="Nunito Sans SemiBold"/>
      <p:regular r:id="rId42"/>
      <p:bold r:id="rId43"/>
      <p:italic r:id="rId44"/>
      <p:boldItalic r:id="rId45"/>
    </p:embeddedFont>
    <p:embeddedFont>
      <p:font typeface="Poppins SemiBold"/>
      <p:regular r:id="rId46"/>
      <p:bold r:id="rId47"/>
      <p:italic r:id="rId48"/>
      <p:boldItalic r:id="rId49"/>
    </p:embeddedFont>
    <p:embeddedFont>
      <p:font typeface="Nunito Sans"/>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Medium-italic.fntdata"/><Relationship Id="rId42" Type="http://schemas.openxmlformats.org/officeDocument/2006/relationships/font" Target="fonts/NunitoSansSemiBold-regular.fntdata"/><Relationship Id="rId41" Type="http://schemas.openxmlformats.org/officeDocument/2006/relationships/font" Target="fonts/PoppinsMedium-boldItalic.fntdata"/><Relationship Id="rId44" Type="http://schemas.openxmlformats.org/officeDocument/2006/relationships/font" Target="fonts/NunitoSansSemiBold-italic.fntdata"/><Relationship Id="rId43" Type="http://schemas.openxmlformats.org/officeDocument/2006/relationships/font" Target="fonts/NunitoSansSemiBold-bold.fntdata"/><Relationship Id="rId46" Type="http://schemas.openxmlformats.org/officeDocument/2006/relationships/font" Target="fonts/PoppinsSemiBold-regular.fntdata"/><Relationship Id="rId45" Type="http://schemas.openxmlformats.org/officeDocument/2006/relationships/font" Target="fonts/NunitoSansSemiBold-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PoppinsSemiBold-italic.fntdata"/><Relationship Id="rId47" Type="http://schemas.openxmlformats.org/officeDocument/2006/relationships/font" Target="fonts/PoppinsSemiBold-bold.fntdata"/><Relationship Id="rId49" Type="http://schemas.openxmlformats.org/officeDocument/2006/relationships/font" Target="fonts/PoppinsSemiBold-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bold.fntdata"/><Relationship Id="rId30" Type="http://schemas.openxmlformats.org/officeDocument/2006/relationships/font" Target="fonts/Poppins-regular.fntdata"/><Relationship Id="rId33" Type="http://schemas.openxmlformats.org/officeDocument/2006/relationships/font" Target="fonts/Poppins-boldItalic.fntdata"/><Relationship Id="rId32" Type="http://schemas.openxmlformats.org/officeDocument/2006/relationships/font" Target="fonts/Poppins-italic.fntdata"/><Relationship Id="rId35" Type="http://schemas.openxmlformats.org/officeDocument/2006/relationships/font" Target="fonts/NunitoSansMedium-bold.fntdata"/><Relationship Id="rId34" Type="http://schemas.openxmlformats.org/officeDocument/2006/relationships/font" Target="fonts/NunitoSansMedium-regular.fntdata"/><Relationship Id="rId37" Type="http://schemas.openxmlformats.org/officeDocument/2006/relationships/font" Target="fonts/NunitoSansMedium-boldItalic.fntdata"/><Relationship Id="rId36" Type="http://schemas.openxmlformats.org/officeDocument/2006/relationships/font" Target="fonts/NunitoSansMedium-italic.fntdata"/><Relationship Id="rId39" Type="http://schemas.openxmlformats.org/officeDocument/2006/relationships/font" Target="fonts/PoppinsMedium-bold.fntdata"/><Relationship Id="rId38" Type="http://schemas.openxmlformats.org/officeDocument/2006/relationships/font" Target="fonts/PoppinsMedium-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NunitoSans-bold.fntdata"/><Relationship Id="rId50" Type="http://schemas.openxmlformats.org/officeDocument/2006/relationships/font" Target="fonts/NunitoSans-regular.fntdata"/><Relationship Id="rId53" Type="http://schemas.openxmlformats.org/officeDocument/2006/relationships/font" Target="fonts/NunitoSans-boldItalic.fntdata"/><Relationship Id="rId52" Type="http://schemas.openxmlformats.org/officeDocument/2006/relationships/font" Target="fonts/NunitoSans-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c31a26d6d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c31a26d6d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c31a26d6dc_1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c31a26d6dc_1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01 — Introductions</a:t>
            </a:r>
            <a:br>
              <a:rPr b="1" lang="en">
                <a:solidFill>
                  <a:schemeClr val="dk1"/>
                </a:solidFill>
              </a:rPr>
            </a:br>
            <a:r>
              <a:rPr lang="en">
                <a:solidFill>
                  <a:schemeClr val="dk1"/>
                </a:solidFill>
              </a:rPr>
              <a:t> Get to know each other and establish premise, define key terms, and dismantle assumptions about invisibility and importance.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02 — The Analyst Mindset: How Attribution Begins</a:t>
            </a:r>
            <a:br>
              <a:rPr b="1" lang="en">
                <a:solidFill>
                  <a:schemeClr val="dk1"/>
                </a:solidFill>
              </a:rPr>
            </a:br>
            <a:r>
              <a:rPr lang="en">
                <a:solidFill>
                  <a:schemeClr val="dk1"/>
                </a:solidFill>
              </a:rPr>
              <a:t> S</a:t>
            </a:r>
            <a:r>
              <a:rPr lang="en">
                <a:solidFill>
                  <a:schemeClr val="dk1"/>
                </a:solidFill>
              </a:rPr>
              <a:t>h</a:t>
            </a:r>
            <a:r>
              <a:rPr lang="en">
                <a:solidFill>
                  <a:schemeClr val="dk1"/>
                </a:solidFill>
              </a:rPr>
              <a:t>ift perspective from defender to observer; show how analysts detect identity through signals and behavior.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03 — How Identity Emerges From Habit and Pattern</a:t>
            </a:r>
            <a:br>
              <a:rPr b="1" lang="en">
                <a:solidFill>
                  <a:schemeClr val="dk1"/>
                </a:solidFill>
              </a:rPr>
            </a:br>
            <a:r>
              <a:rPr lang="en">
                <a:solidFill>
                  <a:schemeClr val="dk1"/>
                </a:solidFill>
              </a:rPr>
              <a:t> Demonstrate how human consistency—not technical failure—creates attribution opportunities.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04 — Identity Exists Across Systems and Relationships</a:t>
            </a:r>
            <a:br>
              <a:rPr b="1" lang="en">
                <a:solidFill>
                  <a:schemeClr val="dk1"/>
                </a:solidFill>
              </a:rPr>
            </a:br>
            <a:r>
              <a:rPr lang="en">
                <a:solidFill>
                  <a:schemeClr val="dk1"/>
                </a:solidFill>
              </a:rPr>
              <a:t>Show how identity is reconstructed through correlation across platforms, locations, and associations.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05 — Threat Modeling and Defensive OPSEC</a:t>
            </a:r>
            <a:br>
              <a:rPr b="1" lang="en">
                <a:solidFill>
                  <a:schemeClr val="dk1"/>
                </a:solidFill>
              </a:rPr>
            </a:br>
            <a:r>
              <a:rPr lang="en">
                <a:solidFill>
                  <a:schemeClr val="dk1"/>
                </a:solidFill>
              </a:rPr>
              <a:t> Translate analyst thinking into defensive behavioral discipline and practical risk modeling.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06 — The Reality of Attribution and the Persistent Analyst</a:t>
            </a:r>
            <a:br>
              <a:rPr b="1" lang="en">
                <a:solidFill>
                  <a:schemeClr val="dk1"/>
                </a:solidFill>
              </a:rPr>
            </a:br>
            <a:r>
              <a:rPr lang="en">
                <a:solidFill>
                  <a:schemeClr val="dk1"/>
                </a:solidFill>
              </a:rPr>
              <a:t> Deliver the lasting message: attribution is a patient process, and OPSEC depends on managing yourself.</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c31a26d6dc_1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c31a26d6dc_1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We suck at describing ourselves! </a:t>
            </a:r>
            <a:endParaRPr/>
          </a:p>
          <a:p>
            <a:pPr indent="0" lvl="0" marL="0" rtl="0" algn="l">
              <a:spcBef>
                <a:spcPts val="0"/>
              </a:spcBef>
              <a:spcAft>
                <a:spcPts val="0"/>
              </a:spcAft>
              <a:buClr>
                <a:schemeClr val="dk1"/>
              </a:buClr>
              <a:buSzPts val="1100"/>
              <a:buNone/>
            </a:pPr>
            <a:r>
              <a:rPr lang="en"/>
              <a:t>Getting old is a thing that happes, Growing up is a choice. </a:t>
            </a:r>
            <a:endParaRPr/>
          </a:p>
          <a:p>
            <a:pPr indent="0" lvl="0" marL="0" rtl="0" algn="l">
              <a:spcBef>
                <a:spcPts val="0"/>
              </a:spcBef>
              <a:spcAft>
                <a:spcPts val="0"/>
              </a:spcAft>
              <a:buClr>
                <a:schemeClr val="dk1"/>
              </a:buClr>
              <a:buSzPts val="1100"/>
              <a:buNone/>
            </a:pPr>
            <a:r>
              <a:rPr lang="en" sz="1200">
                <a:solidFill>
                  <a:schemeClr val="lt1"/>
                </a:solidFill>
                <a:highlight>
                  <a:srgbClr val="1F1F1F"/>
                </a:highlight>
                <a:latin typeface="Nunito Sans"/>
                <a:ea typeface="Nunito Sans"/>
                <a:cs typeface="Nunito Sans"/>
                <a:sym typeface="Nunito Sans"/>
              </a:rPr>
              <a:t>IT generalist.</a:t>
            </a:r>
            <a:r>
              <a:rPr lang="en"/>
              <a:t> IT Jack of all Trades BREAK For fun. </a:t>
            </a:r>
            <a:endParaRPr/>
          </a:p>
          <a:p>
            <a:pPr indent="0" lvl="0" marL="0" rtl="0" algn="l">
              <a:spcBef>
                <a:spcPts val="0"/>
              </a:spcBef>
              <a:spcAft>
                <a:spcPts val="0"/>
              </a:spcAft>
              <a:buClr>
                <a:schemeClr val="dk1"/>
              </a:buClr>
              <a:buSzPts val="1100"/>
              <a:buNone/>
            </a:pPr>
            <a:r>
              <a:rPr lang="en"/>
              <a:t>Not spelling acronyms, good at question uncomfortable </a:t>
            </a:r>
            <a:endParaRPr/>
          </a:p>
          <a:p>
            <a:pPr indent="0" lvl="0" marL="0" rtl="0" algn="l">
              <a:spcBef>
                <a:spcPts val="0"/>
              </a:spcBef>
              <a:spcAft>
                <a:spcPts val="0"/>
              </a:spcAft>
              <a:buClr>
                <a:schemeClr val="dk1"/>
              </a:buClr>
              <a:buSzPts val="1100"/>
              <a:buNone/>
            </a:pPr>
            <a:r>
              <a:rPr lang="en" sz="1300">
                <a:solidFill>
                  <a:schemeClr val="lt1"/>
                </a:solidFill>
                <a:highlight>
                  <a:srgbClr val="1F1F1F"/>
                </a:highlight>
                <a:latin typeface="Nunito Sans"/>
                <a:ea typeface="Nunito Sans"/>
                <a:cs typeface="Nunito Sans"/>
                <a:sym typeface="Nunito Sans"/>
              </a:rPr>
              <a:t>Melodramatic</a:t>
            </a:r>
            <a:endParaRPr sz="1300">
              <a:solidFill>
                <a:schemeClr val="lt1"/>
              </a:solidFill>
              <a:highlight>
                <a:srgbClr val="1F1F1F"/>
              </a:highlight>
              <a:latin typeface="Nunito Sans"/>
              <a:ea typeface="Nunito Sans"/>
              <a:cs typeface="Nunito Sans"/>
              <a:sym typeface="Nunito Sans"/>
            </a:endParaRPr>
          </a:p>
          <a:p>
            <a:pPr indent="0" lvl="0" marL="0" rtl="0" algn="l">
              <a:spcBef>
                <a:spcPts val="0"/>
              </a:spcBef>
              <a:spcAft>
                <a:spcPts val="0"/>
              </a:spcAft>
              <a:buClr>
                <a:schemeClr val="dk1"/>
              </a:buClr>
              <a:buSzPts val="1100"/>
              <a:buNone/>
            </a:pPr>
            <a:r>
              <a:rPr lang="en" sz="1300">
                <a:solidFill>
                  <a:schemeClr val="lt1"/>
                </a:solidFill>
                <a:highlight>
                  <a:srgbClr val="1F1F1F"/>
                </a:highlight>
                <a:latin typeface="Nunito Sans"/>
                <a:ea typeface="Nunito Sans"/>
                <a:cs typeface="Nunito Sans"/>
                <a:sym typeface="Nunito Sans"/>
              </a:rPr>
              <a:t>Not listed but I am affectionate of alliteration and apply when applicable. </a:t>
            </a:r>
            <a:endParaRPr sz="1300">
              <a:solidFill>
                <a:schemeClr val="lt1"/>
              </a:solidFill>
              <a:highlight>
                <a:srgbClr val="1F1F1F"/>
              </a:highlight>
              <a:latin typeface="Nunito Sans"/>
              <a:ea typeface="Nunito Sans"/>
              <a:cs typeface="Nunito Sans"/>
              <a:sym typeface="Nunito Sans"/>
            </a:endParaRPr>
          </a:p>
          <a:p>
            <a:pPr indent="0" lvl="0" marL="0" rtl="0" algn="l">
              <a:spcBef>
                <a:spcPts val="0"/>
              </a:spcBef>
              <a:spcAft>
                <a:spcPts val="0"/>
              </a:spcAft>
              <a:buClr>
                <a:schemeClr val="dk1"/>
              </a:buClr>
              <a:buSzPts val="1100"/>
              <a:buNone/>
            </a:pPr>
            <a:r>
              <a:t/>
            </a:r>
            <a:endParaRPr sz="1300">
              <a:solidFill>
                <a:schemeClr val="lt1"/>
              </a:solidFill>
              <a:highlight>
                <a:srgbClr val="1F1F1F"/>
              </a:highlight>
              <a:latin typeface="Nunito Sans"/>
              <a:ea typeface="Nunito Sans"/>
              <a:cs typeface="Nunito Sans"/>
              <a:sym typeface="Nunito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c31a26d6dc_1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c31a26d6dc_1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We’re not going to talk about exploits or evasion.</a:t>
            </a:r>
            <a:endParaRPr sz="1400"/>
          </a:p>
          <a:p>
            <a:pPr indent="0" lvl="0" marL="0" rtl="0" algn="l">
              <a:spcBef>
                <a:spcPts val="0"/>
              </a:spcBef>
              <a:spcAft>
                <a:spcPts val="0"/>
              </a:spcAft>
              <a:buNone/>
            </a:pPr>
            <a:r>
              <a:rPr lang="en" sz="1400"/>
              <a:t> </a:t>
            </a:r>
            <a:endParaRPr sz="1400"/>
          </a:p>
          <a:p>
            <a:pPr indent="0" lvl="0" marL="0" rtl="0" algn="l">
              <a:spcBef>
                <a:spcPts val="0"/>
              </a:spcBef>
              <a:spcAft>
                <a:spcPts val="0"/>
              </a:spcAft>
              <a:buNone/>
            </a:pPr>
            <a:r>
              <a:rPr lang="en" sz="1400"/>
              <a:t>We’re going to talk about the </a:t>
            </a:r>
            <a:r>
              <a:rPr lang="en" sz="1400"/>
              <a:t>erosion of</a:t>
            </a:r>
            <a:r>
              <a:rPr lang="en" sz="1400"/>
              <a:t> privacy and OPSEC over time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Even when </a:t>
            </a:r>
            <a:r>
              <a:rPr i="1" lang="en" sz="1400"/>
              <a:t>we</a:t>
            </a:r>
            <a:r>
              <a:rPr lang="en" sz="1400"/>
              <a:t> think they’re doing everything right. That consistent drop of water puts hole through rock</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Next slide has a lot, </a:t>
            </a:r>
            <a:r>
              <a:rPr lang="en" sz="1400"/>
              <a:t>don't</a:t>
            </a:r>
            <a:r>
              <a:rPr lang="en" sz="1400"/>
              <a:t> let </a:t>
            </a:r>
            <a:r>
              <a:rPr lang="en" sz="1400"/>
              <a:t>your</a:t>
            </a:r>
            <a:r>
              <a:rPr lang="en" sz="1400"/>
              <a:t> eyes gloss over. I’ll make it painless.  </a:t>
            </a:r>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c31a26d6dc_1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c31a26d6dc_1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know word </a:t>
            </a:r>
            <a:r>
              <a:rPr lang="en"/>
              <a:t>vomit. There not all like this I promise. </a:t>
            </a:r>
            <a:endParaRPr/>
          </a:p>
          <a:p>
            <a:pPr indent="0" lvl="0" marL="0" rtl="0" algn="l">
              <a:spcBef>
                <a:spcPts val="0"/>
              </a:spcBef>
              <a:spcAft>
                <a:spcPts val="0"/>
              </a:spcAft>
              <a:buNone/>
            </a:pPr>
            <a:r>
              <a:rPr lang="en"/>
              <a:t>Privacy = Control, not deletion or hiding. </a:t>
            </a:r>
            <a:endParaRPr/>
          </a:p>
          <a:p>
            <a:pPr indent="0" lvl="0" marL="0" rtl="0" algn="l">
              <a:spcBef>
                <a:spcPts val="0"/>
              </a:spcBef>
              <a:spcAft>
                <a:spcPts val="0"/>
              </a:spcAft>
              <a:buNone/>
            </a:pPr>
            <a:r>
              <a:rPr lang="en"/>
              <a:t>Security = Confidence of </a:t>
            </a:r>
            <a:r>
              <a:rPr lang="en"/>
              <a:t>resistance</a:t>
            </a:r>
            <a:r>
              <a:rPr lang="en"/>
              <a:t> to unauthorized access or manipulation. </a:t>
            </a:r>
            <a:endParaRPr/>
          </a:p>
          <a:p>
            <a:pPr indent="0" lvl="0" marL="0" rtl="0" algn="l">
              <a:spcBef>
                <a:spcPts val="0"/>
              </a:spcBef>
              <a:spcAft>
                <a:spcPts val="0"/>
              </a:spcAft>
              <a:buNone/>
            </a:pPr>
            <a:r>
              <a:rPr lang="en"/>
              <a:t>Anonymity = Not being able to link actions to real-world identity </a:t>
            </a:r>
            <a:endParaRPr/>
          </a:p>
          <a:p>
            <a:pPr indent="0" lvl="0" marL="0" rtl="0" algn="l">
              <a:spcBef>
                <a:spcPts val="0"/>
              </a:spcBef>
              <a:spcAft>
                <a:spcPts val="0"/>
              </a:spcAft>
              <a:buNone/>
            </a:pPr>
            <a:r>
              <a:rPr lang="en"/>
              <a:t>OpSec = A bit of a buzz word of sorts . </a:t>
            </a:r>
            <a:r>
              <a:rPr lang="en"/>
              <a:t>Control</a:t>
            </a:r>
            <a:r>
              <a:rPr lang="en"/>
              <a:t> of </a:t>
            </a:r>
            <a:r>
              <a:rPr lang="en"/>
              <a:t>behavior</a:t>
            </a:r>
            <a:r>
              <a:rPr lang="en"/>
              <a:t> and information to prevent adversaries from gaining insight into operations, </a:t>
            </a:r>
            <a:r>
              <a:rPr lang="en"/>
              <a:t>capabilities</a:t>
            </a:r>
            <a:r>
              <a:rPr lang="en"/>
              <a:t> and intentions. </a:t>
            </a:r>
            <a:endParaRPr/>
          </a:p>
          <a:p>
            <a:pPr indent="0" lvl="0" marL="0" rtl="0" algn="l">
              <a:spcBef>
                <a:spcPts val="0"/>
              </a:spcBef>
              <a:spcAft>
                <a:spcPts val="0"/>
              </a:spcAft>
              <a:buNone/>
            </a:pPr>
            <a:r>
              <a:rPr lang="en"/>
              <a:t>Attribution = g</a:t>
            </a:r>
            <a:r>
              <a:rPr lang="en"/>
              <a:t>iving credit or assigning a cause to something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c31a26d6dc_1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c31a26d6dc_1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There is a belief across many communities, even infosec that invisibility is achievable.</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That with the right tools, the right systems, and the right configurations, a person can operate without leaving traces.</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This is comforting.</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Because it suggests operational security is a technical problem with technical solutions.</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But invisibility is rarely broken by technical failure.</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It is broken by human consistency.</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Every action interacts with systems.</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Every system records something.</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Operational security is not the elimination of traces.</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It is the management of what those traces reveal</a:t>
            </a:r>
            <a:endParaRPr sz="1400">
              <a:solidFill>
                <a:schemeClr val="dk1"/>
              </a:solidFill>
            </a:endParaRPr>
          </a:p>
          <a:p>
            <a:pPr indent="0" lvl="0" marL="0" rtl="0" algn="l">
              <a:spcBef>
                <a:spcPts val="1200"/>
              </a:spcBef>
              <a:spcAft>
                <a:spcPts val="0"/>
              </a:spcAft>
              <a:buNone/>
            </a:pPr>
            <a:r>
              <a:t/>
            </a:r>
            <a:endParaRPr sz="14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c31a26d6dc_1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c31a26d6dc_1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This is one of the most dangerous assumptions in operational security.</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“I am not important enough to be targeted.”</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Attribution does not begin with importance.</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It begins with opportunity.</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Adversaries do not always start with a person.</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They start with an event.</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Then they ask:</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Who was present?</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Who had access?</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Who behaved differently?</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highlight>
                  <a:srgbClr val="FFF2CC"/>
                </a:highlight>
              </a:rPr>
              <a:t>Attribution</a:t>
            </a:r>
            <a:r>
              <a:rPr lang="en" sz="1400">
                <a:solidFill>
                  <a:schemeClr val="dk1"/>
                </a:solidFill>
              </a:rPr>
              <a:t> is often opportunistic.</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Not personal.</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And by the time importance is determined, attribution may already be underway.</a:t>
            </a:r>
            <a:endParaRPr sz="1400">
              <a:solidFill>
                <a:schemeClr val="dk1"/>
              </a:solidFill>
            </a:endParaRPr>
          </a:p>
          <a:p>
            <a:pPr indent="0" lvl="0" marL="0" rtl="0" algn="l">
              <a:spcBef>
                <a:spcPts val="1200"/>
              </a:spcBef>
              <a:spcAft>
                <a:spcPts val="0"/>
              </a:spcAft>
              <a:buNone/>
            </a:pPr>
            <a:r>
              <a:t/>
            </a:r>
            <a:endParaRPr sz="14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c31a26d6dc_1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c31a26d6dc_1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you can protect yourself, you need to answer one question — </a:t>
            </a:r>
            <a:endParaRPr/>
          </a:p>
          <a:p>
            <a:pPr indent="0" lvl="0" marL="0" rtl="0" algn="l">
              <a:spcBef>
                <a:spcPts val="0"/>
              </a:spcBef>
              <a:spcAft>
                <a:spcPts val="0"/>
              </a:spcAft>
              <a:buNone/>
            </a:pPr>
            <a:r>
              <a:rPr lang="en"/>
              <a:t>who are you actually worried about? </a:t>
            </a:r>
            <a:endParaRPr/>
          </a:p>
          <a:p>
            <a:pPr indent="0" lvl="0" marL="0" rtl="0" algn="l">
              <a:spcBef>
                <a:spcPts val="0"/>
              </a:spcBef>
              <a:spcAft>
                <a:spcPts val="0"/>
              </a:spcAft>
              <a:buNone/>
            </a:pPr>
            <a:r>
              <a:rPr lang="en"/>
              <a:t>Because a Tier 1 adversary and a Tier 5 adversary require completely different responses, and trying to defend against all five simultaneously is how OPSEC becomes unlivable. </a:t>
            </a:r>
            <a:endParaRPr/>
          </a:p>
          <a:p>
            <a:pPr indent="0" lvl="0" marL="0" rtl="0" algn="l">
              <a:spcBef>
                <a:spcPts val="0"/>
              </a:spcBef>
              <a:spcAft>
                <a:spcPts val="0"/>
              </a:spcAft>
              <a:buNone/>
            </a:pPr>
            <a:r>
              <a:rPr lang="en"/>
              <a:t>Most people in this room face Tier 1 or Tier 2 Adversaries. </a:t>
            </a:r>
            <a:endParaRPr/>
          </a:p>
          <a:p>
            <a:pPr indent="0" lvl="0" marL="0" rtl="0" algn="l">
              <a:spcBef>
                <a:spcPts val="0"/>
              </a:spcBef>
              <a:spcAft>
                <a:spcPts val="0"/>
              </a:spcAft>
              <a:buNone/>
            </a:pPr>
            <a:r>
              <a:rPr lang="en"/>
              <a:t>Some of you are Tier 3 or 4 and might not  know it yet. </a:t>
            </a:r>
            <a:endParaRPr/>
          </a:p>
          <a:p>
            <a:pPr indent="0" lvl="0" marL="0" rtl="0" algn="l">
              <a:spcBef>
                <a:spcPts val="0"/>
              </a:spcBef>
              <a:spcAft>
                <a:spcPts val="0"/>
              </a:spcAft>
              <a:buNone/>
            </a:pPr>
            <a:r>
              <a:rPr lang="en"/>
              <a:t>Almost none of you are Tier 5 — and if you are, you already know, and you're likely not learning it from a BSides talk.</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c31a26d6dc_1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c31a26d6dc_1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Target </a:t>
            </a:r>
            <a:r>
              <a:rPr lang="en"/>
              <a:t>acquisition</a:t>
            </a:r>
            <a:r>
              <a:rPr lang="en"/>
              <a:t> and compromise rarely begin with exploitation.</a:t>
            </a:r>
            <a:endParaRPr/>
          </a:p>
          <a:p>
            <a:pPr indent="0" lvl="0" marL="0" rtl="0" algn="l">
              <a:lnSpc>
                <a:spcPct val="115000"/>
              </a:lnSpc>
              <a:spcBef>
                <a:spcPts val="1200"/>
              </a:spcBef>
              <a:spcAft>
                <a:spcPts val="0"/>
              </a:spcAft>
              <a:buClr>
                <a:schemeClr val="dk1"/>
              </a:buClr>
              <a:buSzPts val="1100"/>
              <a:buFont typeface="Arial"/>
              <a:buNone/>
            </a:pPr>
            <a:r>
              <a:rPr lang="en"/>
              <a:t>They begin with observation=RECON</a:t>
            </a:r>
            <a:endParaRPr/>
          </a:p>
          <a:p>
            <a:pPr indent="0" lvl="0" marL="0" rtl="0" algn="l">
              <a:lnSpc>
                <a:spcPct val="115000"/>
              </a:lnSpc>
              <a:spcBef>
                <a:spcPts val="1200"/>
              </a:spcBef>
              <a:spcAft>
                <a:spcPts val="0"/>
              </a:spcAft>
              <a:buClr>
                <a:schemeClr val="dk1"/>
              </a:buClr>
              <a:buSzPts val="1100"/>
              <a:buFont typeface="Arial"/>
              <a:buNone/>
            </a:pPr>
            <a:r>
              <a:rPr lang="en"/>
              <a:t>Observation of systems.</a:t>
            </a:r>
            <a:endParaRPr/>
          </a:p>
          <a:p>
            <a:pPr indent="0" lvl="0" marL="0" rtl="0" algn="l">
              <a:lnSpc>
                <a:spcPct val="115000"/>
              </a:lnSpc>
              <a:spcBef>
                <a:spcPts val="1200"/>
              </a:spcBef>
              <a:spcAft>
                <a:spcPts val="0"/>
              </a:spcAft>
              <a:buClr>
                <a:schemeClr val="dk1"/>
              </a:buClr>
              <a:buSzPts val="1100"/>
              <a:buFont typeface="Arial"/>
              <a:buNone/>
            </a:pPr>
            <a:r>
              <a:rPr lang="en"/>
              <a:t>Observation of behavior.</a:t>
            </a:r>
            <a:endParaRPr/>
          </a:p>
          <a:p>
            <a:pPr indent="0" lvl="0" marL="0" rtl="0" algn="l">
              <a:lnSpc>
                <a:spcPct val="115000"/>
              </a:lnSpc>
              <a:spcBef>
                <a:spcPts val="1200"/>
              </a:spcBef>
              <a:spcAft>
                <a:spcPts val="0"/>
              </a:spcAft>
              <a:buClr>
                <a:schemeClr val="dk1"/>
              </a:buClr>
              <a:buSzPts val="1100"/>
              <a:buFont typeface="Arial"/>
              <a:buNone/>
            </a:pPr>
            <a:r>
              <a:rPr lang="en"/>
              <a:t>Observation of patterns.</a:t>
            </a:r>
            <a:endParaRPr/>
          </a:p>
          <a:p>
            <a:pPr indent="0" lvl="0" marL="0" rtl="0" algn="l">
              <a:lnSpc>
                <a:spcPct val="115000"/>
              </a:lnSpc>
              <a:spcBef>
                <a:spcPts val="1200"/>
              </a:spcBef>
              <a:spcAft>
                <a:spcPts val="0"/>
              </a:spcAft>
              <a:buClr>
                <a:schemeClr val="dk1"/>
              </a:buClr>
              <a:buSzPts val="1100"/>
              <a:buFont typeface="Arial"/>
              <a:buNone/>
            </a:pPr>
            <a:r>
              <a:rPr lang="en"/>
              <a:t>Analysts gather information long before action is taken.</a:t>
            </a:r>
            <a:endParaRPr/>
          </a:p>
          <a:p>
            <a:pPr indent="0" lvl="0" marL="0" rtl="0" algn="l">
              <a:lnSpc>
                <a:spcPct val="115000"/>
              </a:lnSpc>
              <a:spcBef>
                <a:spcPts val="1200"/>
              </a:spcBef>
              <a:spcAft>
                <a:spcPts val="0"/>
              </a:spcAft>
              <a:buClr>
                <a:schemeClr val="dk1"/>
              </a:buClr>
              <a:buSzPts val="1100"/>
              <a:buFont typeface="Arial"/>
              <a:buNone/>
            </a:pPr>
            <a:r>
              <a:rPr lang="en"/>
              <a:t>Because understanding reduces uncertainty, AND reduces the need for force.</a:t>
            </a:r>
            <a:endParaRPr/>
          </a:p>
          <a:p>
            <a:pPr indent="0" lvl="0" marL="0" rtl="0" algn="l">
              <a:spcBef>
                <a:spcPts val="1200"/>
              </a:spcBef>
              <a:spcAft>
                <a:spcPts val="0"/>
              </a:spcAft>
              <a:buNone/>
            </a:pPr>
            <a:r>
              <a:t/>
            </a:r>
            <a:endParaRPr/>
          </a:p>
          <a:p>
            <a:pPr indent="0" lvl="0" marL="0" rtl="0" algn="l">
              <a:spcBef>
                <a:spcPts val="0"/>
              </a:spcBef>
              <a:spcAft>
                <a:spcPts val="0"/>
              </a:spcAft>
              <a:buNone/>
            </a:pPr>
            <a:r>
              <a:rPr lang="en"/>
              <a:t>Exploitation is expensive</a:t>
            </a:r>
            <a:endParaRPr/>
          </a:p>
          <a:p>
            <a:pPr indent="0" lvl="0" marL="0" rtl="0" algn="l">
              <a:spcBef>
                <a:spcPts val="0"/>
              </a:spcBef>
              <a:spcAft>
                <a:spcPts val="0"/>
              </a:spcAft>
              <a:buNone/>
            </a:pPr>
            <a:r>
              <a:rPr lang="en"/>
              <a:t>Noise is risky but</a:t>
            </a:r>
            <a:endParaRPr/>
          </a:p>
          <a:p>
            <a:pPr indent="0" lvl="0" marL="0" rtl="0" algn="l">
              <a:spcBef>
                <a:spcPts val="0"/>
              </a:spcBef>
              <a:spcAft>
                <a:spcPts val="0"/>
              </a:spcAft>
              <a:buNone/>
            </a:pPr>
            <a:r>
              <a:rPr lang="en"/>
              <a:t>Habits are </a:t>
            </a:r>
            <a:r>
              <a:rPr lang="en"/>
              <a:t>generally</a:t>
            </a:r>
            <a:r>
              <a:rPr lang="en"/>
              <a:t> free…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By the time something looks like an attack, the interesting work is already over</a:t>
            </a:r>
            <a:endParaRPr/>
          </a:p>
          <a:p>
            <a:pPr indent="0" lvl="0" marL="0" rtl="0" algn="l">
              <a:spcBef>
                <a:spcPts val="0"/>
              </a:spcBef>
              <a:spcAft>
                <a:spcPts val="0"/>
              </a:spcAft>
              <a:buNone/>
            </a:pPr>
            <a:r>
              <a:rPr lang="en">
                <a:solidFill>
                  <a:schemeClr val="dk1"/>
                </a:solidFill>
              </a:rPr>
              <a:t>OPSEC failures often predate incidents by months or some cases years</a:t>
            </a:r>
            <a:br>
              <a:rPr lang="en">
                <a:solidFill>
                  <a:schemeClr val="dk1"/>
                </a:solidFill>
              </a:rPr>
            </a:br>
            <a:endParaRPr>
              <a:solidFill>
                <a:schemeClr val="dk1"/>
              </a:solidFill>
            </a:endParaRPr>
          </a:p>
          <a:p>
            <a:pPr indent="0" lvl="0" marL="0" rtl="0" algn="l">
              <a:spcBef>
                <a:spcPts val="0"/>
              </a:spcBef>
              <a:spcAft>
                <a:spcPts val="0"/>
              </a:spcAft>
              <a:buNone/>
            </a:pPr>
            <a:r>
              <a:rPr lang="en">
                <a:solidFill>
                  <a:schemeClr val="dk1"/>
                </a:solidFill>
              </a:rPr>
              <a:t>Attribution doesn’t start with the malware </a:t>
            </a:r>
            <a:endParaRPr>
              <a:solidFill>
                <a:schemeClr val="dk1"/>
              </a:solidFill>
            </a:endParaRPr>
          </a:p>
          <a:p>
            <a:pPr indent="0" lvl="0" marL="0" rtl="0" algn="l">
              <a:spcBef>
                <a:spcPts val="0"/>
              </a:spcBef>
              <a:spcAft>
                <a:spcPts val="0"/>
              </a:spcAft>
              <a:buNone/>
            </a:pPr>
            <a:r>
              <a:rPr lang="en">
                <a:solidFill>
                  <a:schemeClr val="dk1"/>
                </a:solidFill>
              </a:rPr>
              <a:t>It starts with an Analysts reconstruct </a:t>
            </a:r>
            <a:r>
              <a:rPr b="1" lang="en">
                <a:solidFill>
                  <a:schemeClr val="dk1"/>
                </a:solidFill>
              </a:rPr>
              <a:t>normal behavior</a:t>
            </a:r>
            <a:r>
              <a:rPr lang="en">
                <a:solidFill>
                  <a:schemeClr val="dk1"/>
                </a:solidFill>
              </a:rPr>
              <a:t>, not anomalies</a:t>
            </a:r>
            <a:endParaRPr>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c31a26d6dc_1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3c31a26d6dc_1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Habits form naturally.</a:t>
            </a:r>
            <a:endParaRPr/>
          </a:p>
          <a:p>
            <a:pPr indent="-298450" lvl="0" marL="457200" rtl="0" algn="l">
              <a:spcBef>
                <a:spcPts val="0"/>
              </a:spcBef>
              <a:spcAft>
                <a:spcPts val="0"/>
              </a:spcAft>
              <a:buSzPts val="1100"/>
              <a:buChar char="●"/>
            </a:pPr>
            <a:r>
              <a:rPr lang="en"/>
              <a:t>Login times.</a:t>
            </a:r>
            <a:endParaRPr/>
          </a:p>
          <a:p>
            <a:pPr indent="-298450" lvl="0" marL="457200" rtl="0" algn="l">
              <a:spcBef>
                <a:spcPts val="0"/>
              </a:spcBef>
              <a:spcAft>
                <a:spcPts val="0"/>
              </a:spcAft>
              <a:buSzPts val="1100"/>
              <a:buChar char="●"/>
            </a:pPr>
            <a:r>
              <a:rPr lang="en"/>
              <a:t>Device preferences.</a:t>
            </a:r>
            <a:endParaRPr/>
          </a:p>
          <a:p>
            <a:pPr indent="-298450" lvl="0" marL="457200" rtl="0" algn="l">
              <a:spcBef>
                <a:spcPts val="0"/>
              </a:spcBef>
              <a:spcAft>
                <a:spcPts val="0"/>
              </a:spcAft>
              <a:buSzPts val="1100"/>
              <a:buChar char="●"/>
            </a:pPr>
            <a:r>
              <a:rPr lang="en"/>
              <a:t>Workflows.</a:t>
            </a:r>
            <a:endParaRPr/>
          </a:p>
          <a:p>
            <a:pPr indent="-298450" lvl="0" marL="457200" rtl="0" algn="l">
              <a:spcBef>
                <a:spcPts val="0"/>
              </a:spcBef>
              <a:spcAft>
                <a:spcPts val="0"/>
              </a:spcAft>
              <a:buSzPts val="1100"/>
              <a:buChar char="●"/>
            </a:pPr>
            <a:r>
              <a:rPr lang="en"/>
              <a:t>Communication styles.</a:t>
            </a:r>
            <a:endParaRPr/>
          </a:p>
          <a:p>
            <a:pPr indent="0" lvl="0" marL="0" rtl="0" algn="l">
              <a:spcBef>
                <a:spcPts val="0"/>
              </a:spcBef>
              <a:spcAft>
                <a:spcPts val="0"/>
              </a:spcAft>
              <a:buClr>
                <a:schemeClr val="dk1"/>
              </a:buClr>
              <a:buSzPts val="1100"/>
              <a:buFont typeface="Arial"/>
              <a:buNone/>
            </a:pPr>
            <a:r>
              <a:rPr lang="en"/>
              <a:t>These behaviors feel insignificant.</a:t>
            </a:r>
            <a:endParaRPr/>
          </a:p>
          <a:p>
            <a:pPr indent="-298450" lvl="0" marL="457200" rtl="0" algn="l">
              <a:spcBef>
                <a:spcPts val="0"/>
              </a:spcBef>
              <a:spcAft>
                <a:spcPts val="0"/>
              </a:spcAft>
              <a:buSzPts val="1100"/>
              <a:buChar char="●"/>
            </a:pPr>
            <a:r>
              <a:rPr lang="en"/>
              <a:t>But repetition creates consistency.</a:t>
            </a:r>
            <a:endParaRPr/>
          </a:p>
          <a:p>
            <a:pPr indent="-298450" lvl="0" marL="457200" rtl="0" algn="l">
              <a:spcBef>
                <a:spcPts val="0"/>
              </a:spcBef>
              <a:spcAft>
                <a:spcPts val="0"/>
              </a:spcAft>
              <a:buSzPts val="1100"/>
              <a:buChar char="●"/>
            </a:pPr>
            <a:r>
              <a:rPr lang="en"/>
              <a:t>And consistency creates signatures.</a:t>
            </a:r>
            <a:endParaRPr/>
          </a:p>
          <a:p>
            <a:pPr indent="-298450" lvl="0" marL="457200" rtl="0" algn="l">
              <a:spcBef>
                <a:spcPts val="0"/>
              </a:spcBef>
              <a:spcAft>
                <a:spcPts val="0"/>
              </a:spcAft>
              <a:buSzPts val="1100"/>
              <a:buChar char="●"/>
            </a:pPr>
            <a:r>
              <a:rPr lang="en"/>
              <a:t>These signatures become observable especially over time.</a:t>
            </a:r>
            <a:endParaRPr/>
          </a:p>
          <a:p>
            <a:pPr indent="0" lvl="0" marL="0" rtl="0" algn="l">
              <a:spcBef>
                <a:spcPts val="0"/>
              </a:spcBef>
              <a:spcAft>
                <a:spcPts val="0"/>
              </a:spcAft>
              <a:buClr>
                <a:schemeClr val="dk1"/>
              </a:buClr>
              <a:buSzPts val="1100"/>
              <a:buFont typeface="Arial"/>
              <a:buNone/>
            </a:pPr>
            <a:r>
              <a:rPr lang="en"/>
              <a:t>Operational security failures often emerge from unconscious routine.</a:t>
            </a:r>
            <a:endParaRPr/>
          </a:p>
          <a:p>
            <a:pPr indent="0" lvl="0" marL="0" rtl="0" algn="l">
              <a:spcBef>
                <a:spcPts val="0"/>
              </a:spcBef>
              <a:spcAft>
                <a:spcPts val="0"/>
              </a:spcAft>
              <a:buClr>
                <a:schemeClr val="dk1"/>
              </a:buClr>
              <a:buSzPts val="1100"/>
              <a:buFont typeface="Arial"/>
              <a:buNone/>
            </a:pPr>
            <a:r>
              <a:rPr lang="en"/>
              <a:t>Not conscious decisions.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c31a26d6dc_1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3c31a26d6dc_1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Analysis isn't about catching someone doing something wrong. </a:t>
            </a:r>
            <a:endParaRPr>
              <a:solidFill>
                <a:schemeClr val="dk1"/>
              </a:solidFill>
            </a:endParaRPr>
          </a:p>
          <a:p>
            <a:pPr indent="0" lvl="0" marL="0" rtl="0" algn="l">
              <a:spcBef>
                <a:spcPts val="0"/>
              </a:spcBef>
              <a:spcAft>
                <a:spcPts val="0"/>
              </a:spcAft>
              <a:buNone/>
            </a:pPr>
            <a:r>
              <a:rPr lang="en">
                <a:solidFill>
                  <a:schemeClr val="dk1"/>
                </a:solidFill>
              </a:rPr>
              <a:t>It's about noticing what stays the same when everything else changes. </a:t>
            </a:r>
            <a:endParaRPr>
              <a:solidFill>
                <a:schemeClr val="dk1"/>
              </a:solidFill>
            </a:endParaRPr>
          </a:p>
          <a:p>
            <a:pPr indent="0" lvl="0" marL="0" rtl="0" algn="l">
              <a:spcBef>
                <a:spcPts val="0"/>
              </a:spcBef>
              <a:spcAft>
                <a:spcPts val="0"/>
              </a:spcAft>
              <a:buNone/>
            </a:pPr>
            <a:r>
              <a:rPr lang="en">
                <a:solidFill>
                  <a:schemeClr val="dk1"/>
                </a:solidFill>
              </a:rPr>
              <a:t>Analysts don't need a smoking gun. </a:t>
            </a:r>
            <a:endParaRPr>
              <a:solidFill>
                <a:schemeClr val="dk1"/>
              </a:solidFill>
            </a:endParaRPr>
          </a:p>
          <a:p>
            <a:pPr indent="0" lvl="0" marL="0" rtl="0" algn="l">
              <a:spcBef>
                <a:spcPts val="0"/>
              </a:spcBef>
              <a:spcAft>
                <a:spcPts val="0"/>
              </a:spcAft>
              <a:buNone/>
            </a:pPr>
            <a:r>
              <a:rPr lang="en">
                <a:solidFill>
                  <a:schemeClr val="dk1"/>
                </a:solidFill>
              </a:rPr>
              <a:t>They need a pattern they can follow. </a:t>
            </a:r>
            <a:endParaRPr>
              <a:solidFill>
                <a:schemeClr val="dk1"/>
              </a:solidFill>
            </a:endParaRPr>
          </a:p>
          <a:p>
            <a:pPr indent="0" lvl="0" marL="0" rtl="0" algn="l">
              <a:spcBef>
                <a:spcPts val="0"/>
              </a:spcBef>
              <a:spcAft>
                <a:spcPts val="0"/>
              </a:spcAft>
              <a:buNone/>
            </a:pPr>
            <a:r>
              <a:rPr lang="en">
                <a:solidFill>
                  <a:schemeClr val="dk1"/>
                </a:solidFill>
              </a:rPr>
              <a:t>And humans — all of us — are remarkably consistent. </a:t>
            </a:r>
            <a:endParaRPr>
              <a:solidFill>
                <a:schemeClr val="dk1"/>
              </a:solidFill>
            </a:endParaRPr>
          </a:p>
          <a:p>
            <a:pPr indent="0" lvl="0" marL="0" rtl="0" algn="l">
              <a:spcBef>
                <a:spcPts val="0"/>
              </a:spcBef>
              <a:spcAft>
                <a:spcPts val="0"/>
              </a:spcAft>
              <a:buNone/>
            </a:pPr>
            <a:r>
              <a:rPr lang="en">
                <a:solidFill>
                  <a:schemeClr val="dk1"/>
                </a:solidFill>
              </a:rPr>
              <a:t>We use the same tools, log in at the same times, take the same shortcuts under pressure. </a:t>
            </a:r>
            <a:endParaRPr>
              <a:solidFill>
                <a:schemeClr val="dk1"/>
              </a:solidFill>
            </a:endParaRPr>
          </a:p>
          <a:p>
            <a:pPr indent="0" lvl="0" marL="0" rtl="0" algn="l">
              <a:spcBef>
                <a:spcPts val="0"/>
              </a:spcBef>
              <a:spcAft>
                <a:spcPts val="0"/>
              </a:spcAft>
              <a:buNone/>
            </a:pPr>
            <a:r>
              <a:rPr lang="en">
                <a:solidFill>
                  <a:schemeClr val="dk1"/>
                </a:solidFill>
              </a:rPr>
              <a:t>That consistency is the surface analysts work from. </a:t>
            </a:r>
            <a:endParaRPr>
              <a:solidFill>
                <a:schemeClr val="dk1"/>
              </a:solidFill>
            </a:endParaRPr>
          </a:p>
          <a:p>
            <a:pPr indent="0" lvl="0" marL="0" rtl="0" algn="l">
              <a:spcBef>
                <a:spcPts val="0"/>
              </a:spcBef>
              <a:spcAft>
                <a:spcPts val="0"/>
              </a:spcAft>
              <a:buNone/>
            </a:pPr>
            <a:r>
              <a:rPr lang="en">
                <a:solidFill>
                  <a:schemeClr val="dk1"/>
                </a:solidFill>
              </a:rPr>
              <a:t>Which brings us to the next slide — because not every signal in that noise is worth chasing.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c424af18f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c424af18f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This — is what raw data actually looks like. </a:t>
            </a:r>
            <a:endParaRPr/>
          </a:p>
          <a:p>
            <a:pPr indent="0" lvl="0" marL="0" rtl="0" algn="l">
              <a:spcBef>
                <a:spcPts val="0"/>
              </a:spcBef>
              <a:spcAft>
                <a:spcPts val="0"/>
              </a:spcAft>
              <a:buClr>
                <a:schemeClr val="dk1"/>
              </a:buClr>
              <a:buSzPts val="1100"/>
              <a:buFont typeface="Arial"/>
              <a:buNone/>
            </a:pPr>
            <a:r>
              <a:rPr lang="en"/>
              <a:t>Most of it— noise.</a:t>
            </a:r>
            <a:endParaRPr/>
          </a:p>
          <a:p>
            <a:pPr indent="-298450" lvl="0" marL="457200" rtl="0" algn="l">
              <a:spcBef>
                <a:spcPts val="0"/>
              </a:spcBef>
              <a:spcAft>
                <a:spcPts val="0"/>
              </a:spcAft>
              <a:buSzPts val="1100"/>
              <a:buChar char="●"/>
            </a:pPr>
            <a:r>
              <a:rPr lang="en"/>
              <a:t>Platform name. </a:t>
            </a:r>
            <a:endParaRPr/>
          </a:p>
          <a:p>
            <a:pPr indent="-298450" lvl="0" marL="457200" rtl="0" algn="l">
              <a:spcBef>
                <a:spcPts val="0"/>
              </a:spcBef>
              <a:spcAft>
                <a:spcPts val="0"/>
              </a:spcAft>
              <a:buSzPts val="1100"/>
              <a:buChar char="●"/>
            </a:pPr>
            <a:r>
              <a:rPr lang="en"/>
              <a:t>KPI 1. </a:t>
            </a:r>
            <a:endParaRPr/>
          </a:p>
          <a:p>
            <a:pPr indent="-298450" lvl="0" marL="457200" rtl="0" algn="l">
              <a:spcBef>
                <a:spcPts val="0"/>
              </a:spcBef>
              <a:spcAft>
                <a:spcPts val="0"/>
              </a:spcAft>
              <a:buSzPts val="1100"/>
              <a:buChar char="●"/>
            </a:pPr>
            <a:r>
              <a:rPr lang="en"/>
              <a:t>KPI 2. </a:t>
            </a:r>
            <a:endParaRPr/>
          </a:p>
          <a:p>
            <a:pPr indent="-298450" lvl="0" marL="457200" rtl="0" algn="l">
              <a:spcBef>
                <a:spcPts val="0"/>
              </a:spcBef>
              <a:spcAft>
                <a:spcPts val="0"/>
              </a:spcAft>
              <a:buSzPts val="1100"/>
              <a:buChar char="●"/>
            </a:pPr>
            <a:r>
              <a:rPr lang="en"/>
              <a:t>Mostly, Meaningless.</a:t>
            </a:r>
            <a:endParaRPr/>
          </a:p>
          <a:p>
            <a:pPr indent="0" lvl="0" marL="0" rtl="0" algn="l">
              <a:spcBef>
                <a:spcPts val="0"/>
              </a:spcBef>
              <a:spcAft>
                <a:spcPts val="0"/>
              </a:spcAft>
              <a:buClr>
                <a:schemeClr val="dk1"/>
              </a:buClr>
              <a:buSzPts val="1100"/>
              <a:buFont typeface="Arial"/>
              <a:buNone/>
            </a:pPr>
            <a:r>
              <a:rPr lang="en"/>
              <a:t>But somewhere in here — there are signals that matter. </a:t>
            </a:r>
            <a:endParaRPr/>
          </a:p>
          <a:p>
            <a:pPr indent="0" lvl="0" marL="0" rtl="0" algn="l">
              <a:spcBef>
                <a:spcPts val="0"/>
              </a:spcBef>
              <a:spcAft>
                <a:spcPts val="0"/>
              </a:spcAft>
              <a:buClr>
                <a:schemeClr val="dk1"/>
              </a:buClr>
              <a:buSzPts val="1100"/>
              <a:buFont typeface="Arial"/>
              <a:buNone/>
            </a:pPr>
            <a:r>
              <a:rPr lang="en"/>
              <a:t>That's the analyst's job. </a:t>
            </a:r>
            <a:endParaRPr/>
          </a:p>
          <a:p>
            <a:pPr indent="0" lvl="0" marL="0" rtl="0" algn="l">
              <a:spcBef>
                <a:spcPts val="0"/>
              </a:spcBef>
              <a:spcAft>
                <a:spcPts val="0"/>
              </a:spcAft>
              <a:buClr>
                <a:schemeClr val="dk1"/>
              </a:buClr>
              <a:buSzPts val="1100"/>
              <a:buFont typeface="Arial"/>
              <a:buNone/>
            </a:pPr>
            <a:r>
              <a:rPr lang="en"/>
              <a:t>Filter the noise. </a:t>
            </a:r>
            <a:endParaRPr/>
          </a:p>
          <a:p>
            <a:pPr indent="0" lvl="0" marL="0" rtl="0" algn="l">
              <a:spcBef>
                <a:spcPts val="0"/>
              </a:spcBef>
              <a:spcAft>
                <a:spcPts val="0"/>
              </a:spcAft>
              <a:buClr>
                <a:schemeClr val="dk1"/>
              </a:buClr>
              <a:buSzPts val="1100"/>
              <a:buFont typeface="Arial"/>
              <a:buNone/>
            </a:pPr>
            <a:r>
              <a:rPr lang="en"/>
              <a:t>Find what repeats. </a:t>
            </a:r>
            <a:endParaRPr/>
          </a:p>
          <a:p>
            <a:pPr indent="0" lvl="0" marL="0" rtl="0" algn="l">
              <a:spcBef>
                <a:spcPts val="0"/>
              </a:spcBef>
              <a:spcAft>
                <a:spcPts val="0"/>
              </a:spcAft>
              <a:buClr>
                <a:schemeClr val="dk1"/>
              </a:buClr>
              <a:buSzPts val="1100"/>
              <a:buFont typeface="Arial"/>
              <a:buNone/>
            </a:pPr>
            <a:r>
              <a:rPr lang="en"/>
              <a:t>Find what correlates. </a:t>
            </a:r>
            <a:endParaRPr/>
          </a:p>
          <a:p>
            <a:pPr indent="0" lvl="0" marL="0" rtl="0" algn="l">
              <a:spcBef>
                <a:spcPts val="0"/>
              </a:spcBef>
              <a:spcAft>
                <a:spcPts val="0"/>
              </a:spcAft>
              <a:buClr>
                <a:schemeClr val="dk1"/>
              </a:buClr>
              <a:buSzPts val="1100"/>
              <a:buFont typeface="Arial"/>
              <a:buNone/>
            </a:pPr>
            <a:r>
              <a:rPr lang="en"/>
              <a:t>Find the one thing that doesn't quite fit. </a:t>
            </a:r>
            <a:endParaRPr/>
          </a:p>
          <a:p>
            <a:pPr indent="0" lvl="0" marL="0" rtl="0" algn="l">
              <a:spcBef>
                <a:spcPts val="0"/>
              </a:spcBef>
              <a:spcAft>
                <a:spcPts val="0"/>
              </a:spcAft>
              <a:buClr>
                <a:schemeClr val="dk1"/>
              </a:buClr>
              <a:buSzPts val="1100"/>
              <a:buFont typeface="Arial"/>
              <a:buNone/>
            </a:pPr>
            <a:r>
              <a:rPr lang="en"/>
              <a:t>The rest gets discarded. </a:t>
            </a:r>
            <a:endParaRPr/>
          </a:p>
          <a:p>
            <a:pPr indent="0" lvl="0" marL="0" rtl="0" algn="l">
              <a:spcBef>
                <a:spcPts val="0"/>
              </a:spcBef>
              <a:spcAft>
                <a:spcPts val="0"/>
              </a:spcAft>
              <a:buClr>
                <a:schemeClr val="dk1"/>
              </a:buClr>
              <a:buSzPts val="1100"/>
              <a:buFont typeface="Arial"/>
              <a:buNone/>
            </a:pPr>
            <a:r>
              <a:rPr lang="en"/>
              <a:t>Which means your OPSEC doesn't need to be perfect — it just needs to avoid being the signal that survives the filter</a:t>
            </a:r>
            <a:endParaRPr/>
          </a:p>
          <a:p>
            <a:pPr indent="0" lvl="0" marL="0" rtl="0" algn="l">
              <a:spcBef>
                <a:spcPts val="0"/>
              </a:spcBef>
              <a:spcAft>
                <a:spcPts val="0"/>
              </a:spcAft>
              <a:buClr>
                <a:schemeClr val="dk1"/>
              </a:buClr>
              <a:buSzPts val="1100"/>
              <a:buFont typeface="Arial"/>
              <a:buNone/>
            </a:pPr>
            <a:r>
              <a:rPr lang="en"/>
              <a:t>Change from being a needle in the hay stack to another </a:t>
            </a:r>
            <a:r>
              <a:rPr lang="en"/>
              <a:t>piece</a:t>
            </a:r>
            <a:r>
              <a:rPr lang="en"/>
              <a:t> of hay in the stack. </a:t>
            </a:r>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c424af18f9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3c424af18f9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Here's the uncomfortable part of this talk.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Everything on this slide — you do.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 do.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Everyone in this room does.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Not because we're careless.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Because we're human.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leak identity through routine because routine is how we function.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correlate signals across platforms because compartmentalization is exhausting.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create temporal patterns because our lives have rhythm.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take convenience shortcuts because the secure option was three extra steps and we were in a hurry.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None of this feels like an OPSEC failure in the moment. </a:t>
            </a:r>
            <a:r>
              <a:rPr b="1" lang="en">
                <a:solidFill>
                  <a:schemeClr val="dk1"/>
                </a:solidFill>
              </a:rPr>
              <a:t>It feels like your Tuesday.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But this is exactly what the analyst is reading. Not your dramatic mistakes. </a:t>
            </a:r>
            <a:r>
              <a:rPr b="1" lang="en">
                <a:solidFill>
                  <a:schemeClr val="dk1"/>
                </a:solidFill>
              </a:rPr>
              <a:t>Your Tuesdays.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Let me show you three real cases where </a:t>
            </a:r>
            <a:r>
              <a:rPr b="1" lang="en">
                <a:solidFill>
                  <a:schemeClr val="dk1"/>
                </a:solidFill>
              </a:rPr>
              <a:t>Tuesday was enough.</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c424af18f9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3c424af18f9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Target assigned every customer a Guest ID tied to purchasing history.</a:t>
            </a:r>
            <a:endParaRPr>
              <a:solidFill>
                <a:schemeClr val="dk1"/>
              </a:solidFill>
            </a:endParaRPr>
          </a:p>
          <a:p>
            <a:pPr indent="0" lvl="0" marL="0" rtl="0" algn="l">
              <a:spcBef>
                <a:spcPts val="0"/>
              </a:spcBef>
              <a:spcAft>
                <a:spcPts val="0"/>
              </a:spcAft>
              <a:buNone/>
            </a:pPr>
            <a:r>
              <a:rPr lang="en">
                <a:solidFill>
                  <a:schemeClr val="dk1"/>
                </a:solidFill>
              </a:rPr>
              <a:t>A predictive analytics model identified ~25 behavioral signals —  to </a:t>
            </a:r>
            <a:r>
              <a:rPr lang="en">
                <a:solidFill>
                  <a:schemeClr val="dk1"/>
                </a:solidFill>
              </a:rPr>
              <a:t>include purchase of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unscented lotion,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calcium supplements,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cotton balls — </a:t>
            </a:r>
            <a:endParaRPr>
              <a:solidFill>
                <a:schemeClr val="dk1"/>
              </a:solidFill>
            </a:endParaRPr>
          </a:p>
          <a:p>
            <a:pPr indent="0" lvl="0" marL="0" rtl="0" algn="l">
              <a:spcBef>
                <a:spcPts val="0"/>
              </a:spcBef>
              <a:spcAft>
                <a:spcPts val="0"/>
              </a:spcAft>
              <a:buNone/>
            </a:pPr>
            <a:r>
              <a:rPr lang="en">
                <a:solidFill>
                  <a:schemeClr val="dk1"/>
                </a:solidFill>
              </a:rPr>
              <a:t>that correlated with pregnancy. </a:t>
            </a:r>
            <a:endParaRPr>
              <a:solidFill>
                <a:schemeClr val="dk1"/>
              </a:solidFill>
            </a:endParaRPr>
          </a:p>
          <a:p>
            <a:pPr indent="0" lvl="0" marL="0" rtl="0" algn="l">
              <a:spcBef>
                <a:spcPts val="0"/>
              </a:spcBef>
              <a:spcAft>
                <a:spcPts val="0"/>
              </a:spcAft>
              <a:buNone/>
            </a:pPr>
            <a:r>
              <a:rPr lang="en">
                <a:solidFill>
                  <a:schemeClr val="dk1"/>
                </a:solidFill>
              </a:rPr>
              <a:t>The system was accurate enough to predict due dates! </a:t>
            </a:r>
            <a:endParaRPr>
              <a:solidFill>
                <a:schemeClr val="dk1"/>
              </a:solidFill>
            </a:endParaRPr>
          </a:p>
          <a:p>
            <a:pPr indent="0" lvl="0" marL="0" rtl="0" algn="l">
              <a:spcBef>
                <a:spcPts val="0"/>
              </a:spcBef>
              <a:spcAft>
                <a:spcPts val="0"/>
              </a:spcAft>
              <a:buNone/>
            </a:pPr>
            <a:r>
              <a:rPr lang="en">
                <a:solidFill>
                  <a:schemeClr val="dk1"/>
                </a:solidFill>
              </a:rPr>
              <a:t>Target would then send targeted ads via mail. </a:t>
            </a:r>
            <a:endParaRPr>
              <a:solidFill>
                <a:schemeClr val="dk1"/>
              </a:solidFill>
            </a:endParaRPr>
          </a:p>
          <a:p>
            <a:pPr indent="0" lvl="0" marL="0" rtl="0" algn="l">
              <a:spcBef>
                <a:spcPts val="0"/>
              </a:spcBef>
              <a:spcAft>
                <a:spcPts val="0"/>
              </a:spcAft>
              <a:buNone/>
            </a:pPr>
            <a:r>
              <a:rPr lang="en">
                <a:solidFill>
                  <a:schemeClr val="dk1"/>
                </a:solidFill>
              </a:rPr>
              <a:t>Which prompted a father in  Minnesota to </a:t>
            </a:r>
            <a:r>
              <a:rPr lang="en">
                <a:solidFill>
                  <a:schemeClr val="dk1"/>
                </a:solidFill>
              </a:rPr>
              <a:t>complain to the local Targes </a:t>
            </a:r>
            <a:r>
              <a:rPr lang="en">
                <a:solidFill>
                  <a:schemeClr val="dk1"/>
                </a:solidFill>
              </a:rPr>
              <a:t>store manager about pregnancy coupons sent to his teenage daughter. </a:t>
            </a:r>
            <a:endParaRPr>
              <a:solidFill>
                <a:schemeClr val="dk1"/>
              </a:solidFill>
            </a:endParaRPr>
          </a:p>
          <a:p>
            <a:pPr indent="0" lvl="0" marL="0" rtl="0" algn="l">
              <a:spcBef>
                <a:spcPts val="0"/>
              </a:spcBef>
              <a:spcAft>
                <a:spcPts val="0"/>
              </a:spcAft>
              <a:buNone/>
            </a:pPr>
            <a:r>
              <a:rPr lang="en">
                <a:solidFill>
                  <a:schemeClr val="dk1"/>
                </a:solidFill>
              </a:rPr>
              <a:t>She was pregnant. Target knew before he did. No breach. No hack. No exploit. </a:t>
            </a:r>
            <a:endParaRPr>
              <a:solidFill>
                <a:schemeClr val="dk1"/>
              </a:solidFill>
            </a:endParaRPr>
          </a:p>
          <a:p>
            <a:pPr indent="0" lvl="0" marL="0" rtl="0" algn="l">
              <a:spcBef>
                <a:spcPts val="0"/>
              </a:spcBef>
              <a:spcAft>
                <a:spcPts val="0"/>
              </a:spcAft>
              <a:buNone/>
            </a:pPr>
            <a:r>
              <a:rPr lang="en">
                <a:solidFill>
                  <a:schemeClr val="dk1"/>
                </a:solidFill>
              </a:rPr>
              <a:t>Just purchasing behavior, correlated over time. The signal was always there. </a:t>
            </a:r>
            <a:endParaRPr>
              <a:solidFill>
                <a:schemeClr val="dk1"/>
              </a:solidFill>
            </a:endParaRPr>
          </a:p>
          <a:p>
            <a:pPr indent="0" lvl="0" marL="0" rtl="0" algn="l">
              <a:spcBef>
                <a:spcPts val="0"/>
              </a:spcBef>
              <a:spcAft>
                <a:spcPts val="0"/>
              </a:spcAft>
              <a:buNone/>
            </a:pPr>
            <a:r>
              <a:rPr lang="en">
                <a:solidFill>
                  <a:schemeClr val="dk1"/>
                </a:solidFill>
              </a:rPr>
              <a:t>Target just learned to read it.</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c424af18f9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3c424af18f9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2022, Nebraska law enforcement obtained a warrant for a 17-year-old's Facebook messages. </a:t>
            </a:r>
            <a:endParaRPr>
              <a:solidFill>
                <a:schemeClr val="dk1"/>
              </a:solidFill>
            </a:endParaRPr>
          </a:p>
          <a:p>
            <a:pPr indent="0" lvl="0" marL="0" rtl="0" algn="l">
              <a:spcBef>
                <a:spcPts val="0"/>
              </a:spcBef>
              <a:spcAft>
                <a:spcPts val="0"/>
              </a:spcAft>
              <a:buNone/>
            </a:pPr>
            <a:r>
              <a:rPr lang="en">
                <a:solidFill>
                  <a:schemeClr val="dk1"/>
                </a:solidFill>
              </a:rPr>
              <a:t>The messages contained private conversations with her mother about obtaining an abortion medication. </a:t>
            </a:r>
            <a:endParaRPr>
              <a:solidFill>
                <a:schemeClr val="dk1"/>
              </a:solidFill>
            </a:endParaRPr>
          </a:p>
          <a:p>
            <a:pPr indent="0" lvl="0" marL="0" rtl="0" algn="l">
              <a:spcBef>
                <a:spcPts val="0"/>
              </a:spcBef>
              <a:spcAft>
                <a:spcPts val="0"/>
              </a:spcAft>
              <a:buNone/>
            </a:pPr>
            <a:r>
              <a:rPr lang="en">
                <a:solidFill>
                  <a:schemeClr val="dk1"/>
                </a:solidFill>
              </a:rPr>
              <a:t>Meta complied. The messages became evidence. The prosecution followed.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platform was private.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communication was encrypted in transit.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account was personal. </a:t>
            </a:r>
            <a:endParaRPr>
              <a:solidFill>
                <a:schemeClr val="dk1"/>
              </a:solidFill>
            </a:endParaRPr>
          </a:p>
          <a:p>
            <a:pPr indent="0" lvl="0" marL="0" rtl="0" algn="l">
              <a:spcBef>
                <a:spcPts val="0"/>
              </a:spcBef>
              <a:spcAft>
                <a:spcPts val="0"/>
              </a:spcAft>
              <a:buNone/>
            </a:pPr>
            <a:r>
              <a:rPr lang="en">
                <a:solidFill>
                  <a:schemeClr val="dk1"/>
                </a:solidFill>
              </a:rPr>
              <a:t>None of that mattered. </a:t>
            </a:r>
            <a:endParaRPr>
              <a:solidFill>
                <a:schemeClr val="dk1"/>
              </a:solidFill>
            </a:endParaRPr>
          </a:p>
          <a:p>
            <a:pPr indent="0" lvl="0" marL="0" rtl="0" algn="l">
              <a:spcBef>
                <a:spcPts val="0"/>
              </a:spcBef>
              <a:spcAft>
                <a:spcPts val="0"/>
              </a:spcAft>
              <a:buNone/>
            </a:pPr>
            <a:r>
              <a:rPr lang="en">
                <a:solidFill>
                  <a:schemeClr val="dk1"/>
                </a:solidFill>
              </a:rPr>
              <a:t>The data existed. The warrant reached it. Attribution required no technical sophistication — only a subpoena and a compliant platform.</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c66258759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c66258759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In 2020, Zachary McCoy rode his bike past a home three times in one day — </a:t>
            </a:r>
            <a:endParaRPr sz="1200">
              <a:solidFill>
                <a:schemeClr val="dk1"/>
              </a:solidFill>
            </a:endParaRPr>
          </a:p>
          <a:p>
            <a:pPr indent="0" lvl="0" marL="0" rtl="0" algn="l">
              <a:spcBef>
                <a:spcPts val="0"/>
              </a:spcBef>
              <a:spcAft>
                <a:spcPts val="0"/>
              </a:spcAft>
              <a:buNone/>
            </a:pPr>
            <a:r>
              <a:rPr lang="en" sz="1200">
                <a:solidFill>
                  <a:schemeClr val="dk1"/>
                </a:solidFill>
              </a:rPr>
              <a:t>a normal loop on his regular exercise route. </a:t>
            </a:r>
            <a:endParaRPr sz="1200">
              <a:solidFill>
                <a:schemeClr val="dk1"/>
              </a:solidFill>
            </a:endParaRPr>
          </a:p>
          <a:p>
            <a:pPr indent="0" lvl="0" marL="0" rtl="0" algn="l">
              <a:spcBef>
                <a:spcPts val="0"/>
              </a:spcBef>
              <a:spcAft>
                <a:spcPts val="0"/>
              </a:spcAft>
              <a:buNone/>
            </a:pPr>
            <a:r>
              <a:rPr lang="en" sz="1200">
                <a:solidFill>
                  <a:schemeClr val="dk1"/>
                </a:solidFill>
              </a:rPr>
              <a:t>Google's location history captured it.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Problem is— this day, that house was burglarized… </a:t>
            </a:r>
            <a:endParaRPr sz="1200">
              <a:solidFill>
                <a:schemeClr val="dk1"/>
              </a:solidFill>
            </a:endParaRPr>
          </a:p>
          <a:p>
            <a:pPr indent="0" lvl="0" marL="0" rtl="0" algn="l">
              <a:spcBef>
                <a:spcPts val="0"/>
              </a:spcBef>
              <a:spcAft>
                <a:spcPts val="0"/>
              </a:spcAft>
              <a:buNone/>
            </a:pPr>
            <a:r>
              <a:rPr lang="en" sz="1200">
                <a:solidFill>
                  <a:schemeClr val="dk1"/>
                </a:solidFill>
              </a:rPr>
              <a:t>Police issued a geofence warrant, demanding data on every device near the scene. </a:t>
            </a:r>
            <a:endParaRPr sz="1200">
              <a:solidFill>
                <a:schemeClr val="dk1"/>
              </a:solidFill>
            </a:endParaRPr>
          </a:p>
          <a:p>
            <a:pPr indent="0" lvl="0" marL="0" rtl="0" algn="l">
              <a:spcBef>
                <a:spcPts val="0"/>
              </a:spcBef>
              <a:spcAft>
                <a:spcPts val="0"/>
              </a:spcAft>
              <a:buNone/>
            </a:pPr>
            <a:r>
              <a:rPr lang="en" sz="1200">
                <a:solidFill>
                  <a:schemeClr val="dk1"/>
                </a:solidFill>
              </a:rPr>
              <a:t>McCoy was flagged. He had no idea until Google notified him he had seven days to challenge the warrant or his identity would be handed over. He nearly became a suspect in a crime he knew nothing about. His exposure wasn't a mistake. It was his routine.</a:t>
            </a:r>
            <a:endParaRPr sz="1200">
              <a:solidFill>
                <a:schemeClr val="dk1"/>
              </a:solidFill>
            </a:endParaRPr>
          </a:p>
          <a:p>
            <a:pPr indent="0" lvl="0" marL="0" rtl="0" algn="l">
              <a:spcBef>
                <a:spcPts val="0"/>
              </a:spcBef>
              <a:spcAft>
                <a:spcPts val="0"/>
              </a:spcAft>
              <a:buNone/>
            </a:pPr>
            <a:r>
              <a:rPr lang="en" sz="1200">
                <a:solidFill>
                  <a:schemeClr val="dk1"/>
                </a:solidFill>
              </a:rPr>
              <a:t> And in 2025, the same logic is playing out at scale. —- </a:t>
            </a:r>
            <a:r>
              <a:rPr lang="en" sz="1200">
                <a:solidFill>
                  <a:schemeClr val="dk1"/>
                </a:solidFill>
                <a:highlight>
                  <a:schemeClr val="accent4"/>
                </a:highlight>
              </a:rPr>
              <a:t>Flock Safety's</a:t>
            </a:r>
            <a:r>
              <a:rPr lang="en" sz="1200">
                <a:solidFill>
                  <a:schemeClr val="dk1"/>
                </a:solidFill>
              </a:rPr>
              <a:t> automated license plate reader network now logs vehicle movements across thousands of jurisdictions. Your commute, your gym, your doctor's office. Stored. Searchable. </a:t>
            </a:r>
            <a:endParaRPr sz="1200">
              <a:solidFill>
                <a:schemeClr val="dk1"/>
              </a:solidFill>
            </a:endParaRPr>
          </a:p>
          <a:p>
            <a:pPr indent="0" lvl="0" marL="0" rtl="0" algn="l">
              <a:spcBef>
                <a:spcPts val="0"/>
              </a:spcBef>
              <a:spcAft>
                <a:spcPts val="0"/>
              </a:spcAft>
              <a:buNone/>
            </a:pPr>
            <a:r>
              <a:rPr b="1" lang="en" sz="1200">
                <a:solidFill>
                  <a:schemeClr val="dk1"/>
                </a:solidFill>
              </a:rPr>
              <a:t>Retroactively available when someone decides you're interesti</a:t>
            </a:r>
            <a:r>
              <a:rPr b="1" lang="en" sz="1200">
                <a:solidFill>
                  <a:schemeClr val="dk1"/>
                </a:solidFill>
              </a:rPr>
              <a:t>ng.</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rPr b="1" lang="en" sz="1200">
                <a:solidFill>
                  <a:schemeClr val="dk1"/>
                </a:solidFill>
              </a:rPr>
              <a:t>This is what happened to a Denver woman accused of theft and harrassed by LE - simply for being in the are of the crime.  </a:t>
            </a:r>
            <a:endParaRPr b="1" sz="1200">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c66258759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3c66258759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All these case studies have something in common.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Correlation connects signals.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Signals connect events.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Events connect identities.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Attribution emerges from relationships between data points.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Not individual data points alone.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c6cb0ba245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c6cb0ba24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Let me be direct about something.</a:t>
            </a:r>
            <a:endParaRPr/>
          </a:p>
          <a:p>
            <a:pPr indent="0" lvl="0" marL="0" rtl="0" algn="l">
              <a:spcBef>
                <a:spcPts val="0"/>
              </a:spcBef>
              <a:spcAft>
                <a:spcPts val="0"/>
              </a:spcAft>
              <a:buNone/>
            </a:pPr>
            <a:r>
              <a:rPr lang="en"/>
              <a:t>The tools work. </a:t>
            </a:r>
            <a:endParaRPr/>
          </a:p>
          <a:p>
            <a:pPr indent="-298450" lvl="0" marL="457200" rtl="0" algn="l">
              <a:spcBef>
                <a:spcPts val="0"/>
              </a:spcBef>
              <a:spcAft>
                <a:spcPts val="0"/>
              </a:spcAft>
              <a:buSzPts val="1100"/>
              <a:buChar char="●"/>
            </a:pPr>
            <a:r>
              <a:rPr lang="en"/>
              <a:t>Signal encrypts.</a:t>
            </a:r>
            <a:endParaRPr/>
          </a:p>
          <a:p>
            <a:pPr indent="-298450" lvl="0" marL="457200" rtl="0" algn="l">
              <a:spcBef>
                <a:spcPts val="0"/>
              </a:spcBef>
              <a:spcAft>
                <a:spcPts val="0"/>
              </a:spcAft>
              <a:buSzPts val="1100"/>
              <a:buChar char="●"/>
            </a:pPr>
            <a:r>
              <a:rPr lang="en"/>
              <a:t> Tor anonymizes. </a:t>
            </a:r>
            <a:endParaRPr/>
          </a:p>
          <a:p>
            <a:pPr indent="-298450" lvl="0" marL="457200" rtl="0" algn="l">
              <a:spcBef>
                <a:spcPts val="0"/>
              </a:spcBef>
              <a:spcAft>
                <a:spcPts val="0"/>
              </a:spcAft>
              <a:buSzPts val="1100"/>
              <a:buChar char="●"/>
            </a:pPr>
            <a:r>
              <a:rPr lang="en"/>
              <a:t>VPNs mask. </a:t>
            </a:r>
            <a:endParaRPr/>
          </a:p>
          <a:p>
            <a:pPr indent="0" lvl="0" marL="0" rtl="0" algn="l">
              <a:spcBef>
                <a:spcPts val="0"/>
              </a:spcBef>
              <a:spcAft>
                <a:spcPts val="0"/>
              </a:spcAft>
              <a:buClr>
                <a:schemeClr val="dk1"/>
              </a:buClr>
              <a:buSzPts val="1100"/>
              <a:buFont typeface="Arial"/>
              <a:buNone/>
            </a:pPr>
            <a:r>
              <a:rPr lang="en"/>
              <a:t>The technology does what it's supposed to do.</a:t>
            </a:r>
            <a:endParaRPr/>
          </a:p>
          <a:p>
            <a:pPr indent="0" lvl="0" marL="0" rtl="0" algn="l">
              <a:spcBef>
                <a:spcPts val="0"/>
              </a:spcBef>
              <a:spcAft>
                <a:spcPts val="0"/>
              </a:spcAft>
              <a:buNone/>
            </a:pPr>
            <a:r>
              <a:rPr lang="en"/>
              <a:t>The failure isn't the tool. </a:t>
            </a:r>
            <a:endParaRPr/>
          </a:p>
          <a:p>
            <a:pPr indent="-298450" lvl="0" marL="457200" rtl="0" algn="l">
              <a:spcBef>
                <a:spcPts val="0"/>
              </a:spcBef>
              <a:spcAft>
                <a:spcPts val="0"/>
              </a:spcAft>
              <a:buSzPts val="1100"/>
              <a:buChar char="●"/>
            </a:pPr>
            <a:r>
              <a:rPr lang="en"/>
              <a:t>It's the person holding it.</a:t>
            </a:r>
            <a:endParaRPr/>
          </a:p>
          <a:p>
            <a:pPr indent="-298450" lvl="0" marL="457200" rtl="0" algn="l">
              <a:spcBef>
                <a:spcPts val="0"/>
              </a:spcBef>
              <a:spcAft>
                <a:spcPts val="0"/>
              </a:spcAft>
              <a:buSzPts val="1100"/>
              <a:buChar char="●"/>
            </a:pPr>
            <a:r>
              <a:rPr lang="en"/>
              <a:t>Username reuse ties separate identities together</a:t>
            </a:r>
            <a:endParaRPr/>
          </a:p>
          <a:p>
            <a:pPr indent="-298450" lvl="0" marL="457200" rtl="0" algn="l">
              <a:spcBef>
                <a:spcPts val="0"/>
              </a:spcBef>
              <a:spcAft>
                <a:spcPts val="0"/>
              </a:spcAft>
              <a:buSzPts val="1100"/>
              <a:buChar char="●"/>
            </a:pPr>
            <a:r>
              <a:rPr lang="en"/>
              <a:t>Timing patterns reveal when and where you operate</a:t>
            </a:r>
            <a:endParaRPr/>
          </a:p>
          <a:p>
            <a:pPr indent="-298450" lvl="0" marL="457200" rtl="0" algn="l">
              <a:spcBef>
                <a:spcPts val="0"/>
              </a:spcBef>
              <a:spcAft>
                <a:spcPts val="0"/>
              </a:spcAft>
              <a:buSzPts val="1100"/>
              <a:buChar char="●"/>
            </a:pPr>
            <a:r>
              <a:rPr lang="en"/>
              <a:t>Writing style follows you across every account you create</a:t>
            </a:r>
            <a:endParaRPr/>
          </a:p>
          <a:p>
            <a:pPr indent="-298450" lvl="0" marL="457200" rtl="0" algn="l">
              <a:spcBef>
                <a:spcPts val="0"/>
              </a:spcBef>
              <a:spcAft>
                <a:spcPts val="0"/>
              </a:spcAft>
              <a:buSzPts val="1100"/>
              <a:buChar char="●"/>
            </a:pPr>
            <a:r>
              <a:rPr lang="en"/>
              <a:t>Login habits fingerprint you more reliably than your name</a:t>
            </a:r>
            <a:endParaRPr/>
          </a:p>
          <a:p>
            <a:pPr indent="-298450" lvl="0" marL="457200" rtl="0" algn="l">
              <a:spcBef>
                <a:spcPts val="0"/>
              </a:spcBef>
              <a:spcAft>
                <a:spcPts val="0"/>
              </a:spcAft>
              <a:buSzPts val="1100"/>
              <a:buChar char="●"/>
            </a:pPr>
            <a:r>
              <a:rPr lang="en"/>
              <a:t>Device reuse connects infrastructure you thought was separate</a:t>
            </a:r>
            <a:endParaRPr/>
          </a:p>
          <a:p>
            <a:pPr indent="-298450" lvl="0" marL="457200" rtl="0" algn="l">
              <a:spcBef>
                <a:spcPts val="0"/>
              </a:spcBef>
              <a:spcAft>
                <a:spcPts val="0"/>
              </a:spcAft>
              <a:buSzPts val="1100"/>
              <a:buChar char="●"/>
            </a:pPr>
            <a:r>
              <a:rPr lang="en"/>
              <a:t>Network reuse puts you in the same place twice</a:t>
            </a:r>
            <a:endParaRPr/>
          </a:p>
          <a:p>
            <a:pPr indent="0" lvl="0" marL="0" rtl="0" algn="l">
              <a:spcBef>
                <a:spcPts val="0"/>
              </a:spcBef>
              <a:spcAft>
                <a:spcPts val="0"/>
              </a:spcAft>
              <a:buClr>
                <a:schemeClr val="dk1"/>
              </a:buClr>
              <a:buSzPts val="1100"/>
              <a:buFont typeface="Arial"/>
              <a:buNone/>
            </a:pPr>
            <a:r>
              <a:rPr lang="en"/>
              <a:t>Every one of those is behavioral. Not technical. You can swap the tool. You cannot easily swap the habit.</a:t>
            </a:r>
            <a:endParaRPr/>
          </a:p>
          <a:p>
            <a:pPr indent="0" lvl="0" marL="0" rtl="0" algn="l">
              <a:spcBef>
                <a:spcPts val="0"/>
              </a:spcBef>
              <a:spcAft>
                <a:spcPts val="0"/>
              </a:spcAft>
              <a:buClr>
                <a:schemeClr val="dk1"/>
              </a:buClr>
              <a:buSzPts val="1100"/>
              <a:buFont typeface="Arial"/>
              <a:buNone/>
            </a:pPr>
            <a:r>
              <a:rPr lang="en"/>
              <a:t>This is why attribution doesn't target your technology. It targets your consistency. And consistency is the one thing that follows you everywhere.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c6cb0ba245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c6cb0ba245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Everything we've looked at today — Target, the cyclist, the Facebook &amp; Flock case — they all had one thing in common. The exposure happened long before anyone noticed. So the defensive answer isn't just better tools. It's changing how you think about the problem.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Assume it's already happening. Someone may already have fragments of your identity. Design your systems to survive that, not just prevent it.</a:t>
            </a:r>
            <a:endParaRPr>
              <a:solidFill>
                <a:schemeClr val="dk1"/>
              </a:solidFill>
            </a:endParaRPr>
          </a:p>
          <a:p>
            <a:pPr indent="0" lvl="0" marL="0" rtl="0" algn="l">
              <a:spcBef>
                <a:spcPts val="0"/>
              </a:spcBef>
              <a:spcAft>
                <a:spcPts val="0"/>
              </a:spcAft>
              <a:buNone/>
            </a:pPr>
            <a:r>
              <a:rPr lang="en">
                <a:solidFill>
                  <a:schemeClr val="dk1"/>
                </a:solidFill>
              </a:rPr>
              <a:t>Break the link between identity and access. If your name gets out, it shouldn't hand someone your keys. Implement Least privilege, temporary access, control/reduce/</a:t>
            </a:r>
            <a:r>
              <a:rPr lang="en">
                <a:solidFill>
                  <a:schemeClr val="dk1"/>
                </a:solidFill>
              </a:rPr>
              <a:t>eliminate</a:t>
            </a:r>
            <a:r>
              <a:rPr lang="en">
                <a:solidFill>
                  <a:schemeClr val="dk1"/>
                </a:solidFill>
              </a:rPr>
              <a:t>  shared accounts. </a:t>
            </a:r>
            <a:r>
              <a:rPr lang="en">
                <a:solidFill>
                  <a:schemeClr val="dk1"/>
                </a:solidFill>
              </a:rPr>
              <a:t>These aren't paranoia — They're how you build a system that assumes adversaries and survives them anyway."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Sweat the metadata. Your content is encrypted. Your fingerprint isn't. Strip metadata before files leave. Standardize how your team communicates outbound. The pattern around the message is often more revealing than the message itself.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Make the safe choice the easy choice. If your OPSEC requires people to remember twelve extra steps under pressure, it will fail. Build processes where the default behavior is already the secure one. Consistency beats sophistication every time.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Watch for the early signals. Reconnaissance looks like noise. Phishing probes, credential stuffing, unusual access attempts against staff — these are the analyst warming up. Treat them as security events before they become attribution events.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c6cb0ba245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3c6cb0ba245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Here's the thing about analysts and investigators that most people don't appreciate — they're not in a hurry.</a:t>
            </a:r>
            <a:endParaRPr/>
          </a:p>
          <a:p>
            <a:pPr indent="0" lvl="0" marL="0" rtl="0" algn="l">
              <a:lnSpc>
                <a:spcPct val="115000"/>
              </a:lnSpc>
              <a:spcBef>
                <a:spcPts val="1200"/>
              </a:spcBef>
              <a:spcAft>
                <a:spcPts val="0"/>
              </a:spcAft>
              <a:buClr>
                <a:schemeClr val="dk1"/>
              </a:buClr>
              <a:buSzPts val="1100"/>
              <a:buFont typeface="Arial"/>
              <a:buNone/>
            </a:pPr>
            <a:r>
              <a:rPr lang="en"/>
              <a:t>They don't need to catch you doing something today. They need enough signal, eventually. And time is almost always on their side.</a:t>
            </a:r>
            <a:endParaRPr/>
          </a:p>
          <a:p>
            <a:pPr indent="0" lvl="0" marL="0" rtl="0" algn="l">
              <a:lnSpc>
                <a:spcPct val="115000"/>
              </a:lnSpc>
              <a:spcBef>
                <a:spcPts val="1200"/>
              </a:spcBef>
              <a:spcAft>
                <a:spcPts val="0"/>
              </a:spcAft>
              <a:buClr>
                <a:schemeClr val="dk1"/>
              </a:buClr>
              <a:buSzPts val="1100"/>
              <a:buFont typeface="Arial"/>
              <a:buNone/>
            </a:pPr>
            <a:r>
              <a:rPr lang="en"/>
              <a:t>Logs don't expire. Metadata doesn't forget. That throwaway account from three years ago? Still out there. The VPN you forgot to turn on that one Tuesday morning? That's a data point now.</a:t>
            </a:r>
            <a:endParaRPr/>
          </a:p>
          <a:p>
            <a:pPr indent="0" lvl="0" marL="0" rtl="0" algn="l">
              <a:lnSpc>
                <a:spcPct val="115000"/>
              </a:lnSpc>
              <a:spcBef>
                <a:spcPts val="1200"/>
              </a:spcBef>
              <a:spcAft>
                <a:spcPts val="0"/>
              </a:spcAft>
              <a:buClr>
                <a:schemeClr val="dk1"/>
              </a:buClr>
              <a:buSzPts val="1100"/>
              <a:buFont typeface="Arial"/>
              <a:buNone/>
            </a:pPr>
            <a:r>
              <a:rPr lang="en"/>
              <a:t>The mistake most operators make is thinking in snapshots. 'I was clean today, so I'm fine.' But attribution thinks in timelines. It assembles. It correlates. It waits.</a:t>
            </a:r>
            <a:endParaRPr/>
          </a:p>
          <a:p>
            <a:pPr indent="0" lvl="0" marL="0" rtl="0" algn="l">
              <a:lnSpc>
                <a:spcPct val="115000"/>
              </a:lnSpc>
              <a:spcBef>
                <a:spcPts val="1200"/>
              </a:spcBef>
              <a:spcAft>
                <a:spcPts val="0"/>
              </a:spcAft>
              <a:buNone/>
            </a:pPr>
            <a:r>
              <a:rPr lang="en"/>
              <a:t>You don't have to make a big mistake. You just have to make small ones consistently. And the analyst will do the rest.</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rPr lang="en"/>
              <a:t>ONLY IF WE FEEL CROUD IS WEEK </a:t>
            </a:r>
            <a:br>
              <a:rPr lang="en"/>
            </a:br>
            <a:r>
              <a:rPr lang="en"/>
              <a:t>One of the most dangerous assumptions you can make is that not getting caught immediately means you're safe.</a:t>
            </a:r>
            <a:endParaRPr/>
          </a:p>
          <a:p>
            <a:pPr indent="0" lvl="0" marL="0" rtl="0" algn="l">
              <a:lnSpc>
                <a:spcPct val="115000"/>
              </a:lnSpc>
              <a:spcBef>
                <a:spcPts val="1200"/>
              </a:spcBef>
              <a:spcAft>
                <a:spcPts val="0"/>
              </a:spcAft>
              <a:buNone/>
            </a:pPr>
            <a:r>
              <a:rPr lang="en"/>
              <a:t>It doesn't.</a:t>
            </a:r>
            <a:endParaRPr/>
          </a:p>
          <a:p>
            <a:pPr indent="0" lvl="0" marL="0" rtl="0" algn="l">
              <a:lnSpc>
                <a:spcPct val="115000"/>
              </a:lnSpc>
              <a:spcBef>
                <a:spcPts val="1200"/>
              </a:spcBef>
              <a:spcAft>
                <a:spcPts val="0"/>
              </a:spcAft>
              <a:buNone/>
            </a:pPr>
            <a:r>
              <a:rPr lang="en"/>
              <a:t>Attackers don't need complete visibility — partial data is enough to start building a picture. Logs accumulate silently in systems you've never thought about. Metadata persists long after you've forgotten it existed. A mistake you made two years ago is sitting in a database somewhere, waiting for someone to ask the right question.</a:t>
            </a:r>
            <a:endParaRPr/>
          </a:p>
          <a:p>
            <a:pPr indent="0" lvl="0" marL="0" rtl="0" algn="l">
              <a:lnSpc>
                <a:spcPct val="115000"/>
              </a:lnSpc>
              <a:spcBef>
                <a:spcPts val="1200"/>
              </a:spcBef>
              <a:spcAft>
                <a:spcPts val="0"/>
              </a:spcAft>
              <a:buNone/>
            </a:pPr>
            <a:r>
              <a:rPr lang="en"/>
              <a:t>Collection doesn't stop. It's not event-based. It's continuous. Every day you operate, the signal gets a little stronger.</a:t>
            </a:r>
            <a:endParaRPr/>
          </a:p>
          <a:p>
            <a:pPr indent="0" lvl="0" marL="0" rtl="0" algn="l">
              <a:lnSpc>
                <a:spcPct val="115000"/>
              </a:lnSpc>
              <a:spcBef>
                <a:spcPts val="1200"/>
              </a:spcBef>
              <a:spcAft>
                <a:spcPts val="0"/>
              </a:spcAft>
              <a:buNone/>
            </a:pPr>
            <a:r>
              <a:rPr lang="en"/>
              <a:t>Time doesn't work for you here. It works for the investigator. Old activity gets reanalyzed with new tools. Old data gets new context. Patterns that meant nothing in isolation suddenly connect.</a:t>
            </a:r>
            <a:endParaRPr/>
          </a:p>
          <a:p>
            <a:pPr indent="0" lvl="0" marL="0" rtl="0" algn="l">
              <a:lnSpc>
                <a:spcPct val="115000"/>
              </a:lnSpc>
              <a:spcBef>
                <a:spcPts val="1200"/>
              </a:spcBef>
              <a:spcAft>
                <a:spcPts val="0"/>
              </a:spcAft>
              <a:buNone/>
            </a:pPr>
            <a:r>
              <a:rPr lang="en"/>
              <a:t>Attribution isn't discovered in a single moment. It's built. Brick by brick. Signal by signal. Until one day someone has enough confidence to act — and by then, the interesting work has been done for months</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c6cb0ba245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c6cb0ba245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Operators make a common mistake thinking safety lives in their tools.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New laptop. New account. New identity. New VPN.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But here's what doesn't change: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times you work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way you structure your messages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decisions you make under pressure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shortcuts you take when you're tired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habits you don't even know you have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Tools are surface. Behavior is substance.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skilled analyst doesn't need your laptop to find you. They need your patterns. And patterns don't care what device you're running them 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Infrastructure is temporary. Behavior is durable. Every new identity you create gets worn in — shaped by the same person underneath it. The same rhythms. The same tendencies. The same tells.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Because in the end, the only constant across every tool, every account, every identity you think you've separated…</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…is you</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c6cb0ba245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3c6cb0ba245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I want to leave you with this.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analyst doesn't chase you. They don't need to. They build a picture — one signal at a time, one correlation at a time — and they wait for you to fill in the gaps yourself.</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Every action leaves a trace. Every trace becomes a pattern. Every pattern becomes a path. Not because of some sophisticated technical operation. Because you showed up the same way you always do.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That's the real lesson of this talk. Not that surveillance is everywhere. Not that privacy is dead. But that the most reliable signal an analyst has  across every case, every platform, every investigation — is you behaving like yourself.</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good news is that understanding this changes how you operate. You can't eliminate every trace. But you can stop being the signal that survives the filter.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analyst is patient. The question is whether you're more deliberate than you are predictable."</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c6cb0ba245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3c6cb0ba245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That's the talk.</a:t>
            </a:r>
            <a:endParaRPr/>
          </a:p>
          <a:p>
            <a:pPr indent="0" lvl="0" marL="0" rtl="0" algn="l">
              <a:lnSpc>
                <a:spcPct val="115000"/>
              </a:lnSpc>
              <a:spcBef>
                <a:spcPts val="1200"/>
              </a:spcBef>
              <a:spcAft>
                <a:spcPts val="0"/>
              </a:spcAft>
              <a:buClr>
                <a:schemeClr val="dk1"/>
              </a:buClr>
              <a:buSzPts val="1100"/>
              <a:buFont typeface="Arial"/>
              <a:buNone/>
            </a:pPr>
            <a:r>
              <a:rPr lang="en"/>
              <a:t>If one thing sticks — let it be this: OPSEC isn't a product you buy. It's a discipline you practice. Start with your threat model. Know your adversary. Then work backwards from there.</a:t>
            </a:r>
            <a:endParaRPr/>
          </a:p>
          <a:p>
            <a:pPr indent="0" lvl="0" marL="0" rtl="0" algn="l">
              <a:lnSpc>
                <a:spcPct val="115000"/>
              </a:lnSpc>
              <a:spcBef>
                <a:spcPts val="1200"/>
              </a:spcBef>
              <a:spcAft>
                <a:spcPts val="0"/>
              </a:spcAft>
              <a:buClr>
                <a:schemeClr val="dk1"/>
              </a:buClr>
              <a:buSzPts val="1100"/>
              <a:buFont typeface="Arial"/>
              <a:buNone/>
            </a:pPr>
            <a:r>
              <a:rPr lang="en"/>
              <a:t>The QR code has references, tools, and further reading so you know I didn’t just make this all up. Take a photo before you leave.</a:t>
            </a:r>
            <a:endParaRPr/>
          </a:p>
          <a:p>
            <a:pPr indent="0" lvl="0" marL="0" rtl="0" algn="l">
              <a:lnSpc>
                <a:spcPct val="115000"/>
              </a:lnSpc>
              <a:spcBef>
                <a:spcPts val="1200"/>
              </a:spcBef>
              <a:spcAft>
                <a:spcPts val="0"/>
              </a:spcAft>
              <a:buClr>
                <a:schemeClr val="dk1"/>
              </a:buClr>
              <a:buSzPts val="1100"/>
              <a:buFont typeface="Arial"/>
              <a:buNone/>
            </a:pPr>
            <a:r>
              <a:rPr lang="en"/>
              <a:t>I'm Dimitri. Questions? </a:t>
            </a:r>
            <a:endParaRPr/>
          </a:p>
          <a:p>
            <a:pPr indent="0" lvl="0" marL="0" rtl="0" algn="l">
              <a:lnSpc>
                <a:spcPct val="115000"/>
              </a:lnSpc>
              <a:spcBef>
                <a:spcPts val="1200"/>
              </a:spcBef>
              <a:spcAft>
                <a:spcPts val="0"/>
              </a:spcAft>
              <a:buClr>
                <a:schemeClr val="dk1"/>
              </a:buClr>
              <a:buSzPts val="1100"/>
              <a:buFont typeface="Arial"/>
              <a:buNone/>
            </a:pPr>
            <a:r>
              <a:rPr lang="en"/>
              <a:t>Appreciate</a:t>
            </a:r>
            <a:r>
              <a:rPr lang="en"/>
              <a:t> for your time."</a:t>
            </a:r>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lt1"/>
        </a:solidFill>
      </p:bgPr>
    </p:bg>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blip>
          <a:srcRect b="0" l="0" r="49303" t="53791"/>
          <a:stretch/>
        </p:blipFill>
        <p:spPr>
          <a:xfrm>
            <a:off x="6996180" y="-1"/>
            <a:ext cx="2147827" cy="2376699"/>
          </a:xfrm>
          <a:prstGeom prst="rect">
            <a:avLst/>
          </a:prstGeom>
          <a:noFill/>
          <a:ln>
            <a:noFill/>
          </a:ln>
        </p:spPr>
      </p:pic>
      <p:sp>
        <p:nvSpPr>
          <p:cNvPr id="56" name="Google Shape;56;p14"/>
          <p:cNvSpPr/>
          <p:nvPr/>
        </p:nvSpPr>
        <p:spPr>
          <a:xfrm rot="7601886">
            <a:off x="1184700" y="-2992710"/>
            <a:ext cx="11804607" cy="6869923"/>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sp>
      <p:pic>
        <p:nvPicPr>
          <p:cNvPr id="57" name="Google Shape;57;p14"/>
          <p:cNvPicPr preferRelativeResize="0"/>
          <p:nvPr/>
        </p:nvPicPr>
        <p:blipFill rotWithShape="1">
          <a:blip r:embed="rId3">
            <a:alphaModFix/>
          </a:blip>
          <a:srcRect b="67899" l="18884" r="0" t="0"/>
          <a:stretch/>
        </p:blipFill>
        <p:spPr>
          <a:xfrm>
            <a:off x="0" y="2451450"/>
            <a:ext cx="6802801" cy="2692049"/>
          </a:xfrm>
          <a:prstGeom prst="rect">
            <a:avLst/>
          </a:prstGeom>
          <a:noFill/>
          <a:ln>
            <a:noFill/>
          </a:ln>
        </p:spPr>
      </p:pic>
      <p:sp>
        <p:nvSpPr>
          <p:cNvPr id="58" name="Google Shape;58;p14"/>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lvl1pPr>
            <a:lvl2pPr lvl="1" algn="ctr">
              <a:lnSpc>
                <a:spcPct val="115000"/>
              </a:lnSpc>
              <a:spcBef>
                <a:spcPts val="0"/>
              </a:spcBef>
              <a:spcAft>
                <a:spcPts val="0"/>
              </a:spcAft>
              <a:buNone/>
              <a:defRPr sz="4800">
                <a:latin typeface="Poppins SemiBold"/>
                <a:ea typeface="Poppins SemiBold"/>
                <a:cs typeface="Poppins SemiBold"/>
                <a:sym typeface="Poppins SemiBold"/>
              </a:defRPr>
            </a:lvl2pPr>
            <a:lvl3pPr lvl="2" algn="ctr">
              <a:lnSpc>
                <a:spcPct val="115000"/>
              </a:lnSpc>
              <a:spcBef>
                <a:spcPts val="0"/>
              </a:spcBef>
              <a:spcAft>
                <a:spcPts val="0"/>
              </a:spcAft>
              <a:buNone/>
              <a:defRPr sz="4800">
                <a:latin typeface="Poppins SemiBold"/>
                <a:ea typeface="Poppins SemiBold"/>
                <a:cs typeface="Poppins SemiBold"/>
                <a:sym typeface="Poppins SemiBold"/>
              </a:defRPr>
            </a:lvl3pPr>
            <a:lvl4pPr lvl="3" algn="ctr">
              <a:lnSpc>
                <a:spcPct val="115000"/>
              </a:lnSpc>
              <a:spcBef>
                <a:spcPts val="0"/>
              </a:spcBef>
              <a:spcAft>
                <a:spcPts val="0"/>
              </a:spcAft>
              <a:buNone/>
              <a:defRPr sz="4800">
                <a:latin typeface="Poppins SemiBold"/>
                <a:ea typeface="Poppins SemiBold"/>
                <a:cs typeface="Poppins SemiBold"/>
                <a:sym typeface="Poppins SemiBold"/>
              </a:defRPr>
            </a:lvl4pPr>
            <a:lvl5pPr lvl="4" algn="ctr">
              <a:lnSpc>
                <a:spcPct val="115000"/>
              </a:lnSpc>
              <a:spcBef>
                <a:spcPts val="0"/>
              </a:spcBef>
              <a:spcAft>
                <a:spcPts val="0"/>
              </a:spcAft>
              <a:buNone/>
              <a:defRPr sz="4800">
                <a:latin typeface="Poppins SemiBold"/>
                <a:ea typeface="Poppins SemiBold"/>
                <a:cs typeface="Poppins SemiBold"/>
                <a:sym typeface="Poppins SemiBold"/>
              </a:defRPr>
            </a:lvl5pPr>
            <a:lvl6pPr lvl="5" algn="ctr">
              <a:lnSpc>
                <a:spcPct val="115000"/>
              </a:lnSpc>
              <a:spcBef>
                <a:spcPts val="0"/>
              </a:spcBef>
              <a:spcAft>
                <a:spcPts val="0"/>
              </a:spcAft>
              <a:buNone/>
              <a:defRPr sz="4800">
                <a:latin typeface="Poppins SemiBold"/>
                <a:ea typeface="Poppins SemiBold"/>
                <a:cs typeface="Poppins SemiBold"/>
                <a:sym typeface="Poppins SemiBold"/>
              </a:defRPr>
            </a:lvl6pPr>
            <a:lvl7pPr lvl="6" algn="ctr">
              <a:lnSpc>
                <a:spcPct val="115000"/>
              </a:lnSpc>
              <a:spcBef>
                <a:spcPts val="0"/>
              </a:spcBef>
              <a:spcAft>
                <a:spcPts val="0"/>
              </a:spcAft>
              <a:buNone/>
              <a:defRPr sz="4800">
                <a:latin typeface="Poppins SemiBold"/>
                <a:ea typeface="Poppins SemiBold"/>
                <a:cs typeface="Poppins SemiBold"/>
                <a:sym typeface="Poppins SemiBold"/>
              </a:defRPr>
            </a:lvl7pPr>
            <a:lvl8pPr lvl="7" algn="ctr">
              <a:lnSpc>
                <a:spcPct val="115000"/>
              </a:lnSpc>
              <a:spcBef>
                <a:spcPts val="0"/>
              </a:spcBef>
              <a:spcAft>
                <a:spcPts val="0"/>
              </a:spcAft>
              <a:buNone/>
              <a:defRPr sz="4800">
                <a:latin typeface="Poppins SemiBold"/>
                <a:ea typeface="Poppins SemiBold"/>
                <a:cs typeface="Poppins SemiBold"/>
                <a:sym typeface="Poppins SemiBold"/>
              </a:defRPr>
            </a:lvl8pPr>
            <a:lvl9pPr lvl="8" algn="ctr">
              <a:lnSpc>
                <a:spcPct val="115000"/>
              </a:lnSpc>
              <a:spcBef>
                <a:spcPts val="0"/>
              </a:spcBef>
              <a:spcAft>
                <a:spcPts val="0"/>
              </a:spcAft>
              <a:buNone/>
              <a:defRPr sz="4800">
                <a:latin typeface="Poppins SemiBold"/>
                <a:ea typeface="Poppins SemiBold"/>
                <a:cs typeface="Poppins SemiBold"/>
                <a:sym typeface="Poppins SemiBold"/>
              </a:defRPr>
            </a:lvl9pPr>
          </a:lstStyle>
          <a:p/>
        </p:txBody>
      </p:sp>
      <p:sp>
        <p:nvSpPr>
          <p:cNvPr id="59" name="Google Shape;59;p14"/>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Font typeface="Nunito Sans"/>
              <a:buNone/>
              <a:defRPr>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60" name="Google Shape;60;p14"/>
          <p:cNvSpPr/>
          <p:nvPr/>
        </p:nvSpPr>
        <p:spPr>
          <a:xfrm>
            <a:off x="4453700" y="0"/>
            <a:ext cx="4698208" cy="5143488"/>
          </a:xfrm>
          <a:custGeom>
            <a:rect b="b" l="l" r="r" t="t"/>
            <a:pathLst>
              <a:path extrusionOk="0" h="160734" w="146819">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61" name="Google Shape;61;p14"/>
          <p:cNvPicPr preferRelativeResize="0"/>
          <p:nvPr/>
        </p:nvPicPr>
        <p:blipFill rotWithShape="1">
          <a:blip r:embed="rId4">
            <a:alphaModFix/>
          </a:blip>
          <a:srcRect b="0" l="55739" r="0" t="39434"/>
          <a:stretch/>
        </p:blipFill>
        <p:spPr>
          <a:xfrm>
            <a:off x="0" y="0"/>
            <a:ext cx="3589874" cy="4912326"/>
          </a:xfrm>
          <a:prstGeom prst="rect">
            <a:avLst/>
          </a:prstGeom>
          <a:noFill/>
          <a:ln>
            <a:noFill/>
          </a:ln>
        </p:spPr>
      </p:pic>
      <p:pic>
        <p:nvPicPr>
          <p:cNvPr id="62" name="Google Shape;62;p14"/>
          <p:cNvPicPr preferRelativeResize="0"/>
          <p:nvPr/>
        </p:nvPicPr>
        <p:blipFill rotWithShape="1">
          <a:blip r:embed="rId2">
            <a:alphaModFix/>
          </a:blip>
          <a:srcRect b="0" l="0" r="0" t="53791"/>
          <a:stretch/>
        </p:blipFill>
        <p:spPr>
          <a:xfrm>
            <a:off x="661926" y="0"/>
            <a:ext cx="4236652" cy="237669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
    <p:spTree>
      <p:nvGrpSpPr>
        <p:cNvPr id="63" name="Shape 63"/>
        <p:cNvGrpSpPr/>
        <p:nvPr/>
      </p:nvGrpSpPr>
      <p:grpSpPr>
        <a:xfrm>
          <a:off x="0" y="0"/>
          <a:ext cx="0" cy="0"/>
          <a:chOff x="0" y="0"/>
          <a:chExt cx="0" cy="0"/>
        </a:xfrm>
      </p:grpSpPr>
      <p:pic>
        <p:nvPicPr>
          <p:cNvPr id="64" name="Google Shape;64;p15"/>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65" name="Google Shape;65;p1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66" name="Google Shape;66;p15"/>
          <p:cNvSpPr txBox="1"/>
          <p:nvPr>
            <p:ph idx="1" type="body"/>
          </p:nvPr>
        </p:nvSpPr>
        <p:spPr>
          <a:xfrm>
            <a:off x="228600" y="1637275"/>
            <a:ext cx="3351600" cy="30465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Nunito Sans"/>
              <a:buChar char="●"/>
              <a:defRPr sz="1600"/>
            </a:lvl1pPr>
            <a:lvl2pPr indent="-330200" lvl="1" marL="914400">
              <a:lnSpc>
                <a:spcPct val="100000"/>
              </a:lnSpc>
              <a:spcBef>
                <a:spcPts val="800"/>
              </a:spcBef>
              <a:spcAft>
                <a:spcPts val="0"/>
              </a:spcAft>
              <a:buSzPts val="1600"/>
              <a:buFont typeface="Nunito Sans"/>
              <a:buChar char="○"/>
              <a:defRPr sz="1600"/>
            </a:lvl2pPr>
            <a:lvl3pPr indent="-330200" lvl="2" marL="1371600">
              <a:lnSpc>
                <a:spcPct val="100000"/>
              </a:lnSpc>
              <a:spcBef>
                <a:spcPts val="800"/>
              </a:spcBef>
              <a:spcAft>
                <a:spcPts val="0"/>
              </a:spcAft>
              <a:buSzPts val="1600"/>
              <a:buFont typeface="Nunito Sans"/>
              <a:buChar char="■"/>
              <a:defRPr sz="1600"/>
            </a:lvl3pPr>
            <a:lvl4pPr indent="-330200" lvl="3" marL="1828800">
              <a:lnSpc>
                <a:spcPct val="100000"/>
              </a:lnSpc>
              <a:spcBef>
                <a:spcPts val="800"/>
              </a:spcBef>
              <a:spcAft>
                <a:spcPts val="0"/>
              </a:spcAft>
              <a:buSzPts val="1600"/>
              <a:buFont typeface="Nunito Sans"/>
              <a:buChar char="●"/>
              <a:defRPr sz="1600"/>
            </a:lvl4pPr>
            <a:lvl5pPr indent="-330200" lvl="4" marL="2286000">
              <a:lnSpc>
                <a:spcPct val="100000"/>
              </a:lnSpc>
              <a:spcBef>
                <a:spcPts val="800"/>
              </a:spcBef>
              <a:spcAft>
                <a:spcPts val="0"/>
              </a:spcAft>
              <a:buSzPts val="1600"/>
              <a:buFont typeface="Nunito Sans"/>
              <a:buChar char="○"/>
              <a:defRPr sz="1600"/>
            </a:lvl5pPr>
            <a:lvl6pPr indent="-330200" lvl="5" marL="2743200">
              <a:lnSpc>
                <a:spcPct val="100000"/>
              </a:lnSpc>
              <a:spcBef>
                <a:spcPts val="800"/>
              </a:spcBef>
              <a:spcAft>
                <a:spcPts val="0"/>
              </a:spcAft>
              <a:buSzPts val="1600"/>
              <a:buFont typeface="Nunito Sans"/>
              <a:buChar char="■"/>
              <a:defRPr sz="1600"/>
            </a:lvl6pPr>
            <a:lvl7pPr indent="-330200" lvl="6" marL="3200400">
              <a:lnSpc>
                <a:spcPct val="100000"/>
              </a:lnSpc>
              <a:spcBef>
                <a:spcPts val="800"/>
              </a:spcBef>
              <a:spcAft>
                <a:spcPts val="0"/>
              </a:spcAft>
              <a:buSzPts val="1600"/>
              <a:buFont typeface="Nunito Sans"/>
              <a:buChar char="●"/>
              <a:defRPr sz="1600"/>
            </a:lvl7pPr>
            <a:lvl8pPr indent="-330200" lvl="7" marL="3657600">
              <a:lnSpc>
                <a:spcPct val="100000"/>
              </a:lnSpc>
              <a:spcBef>
                <a:spcPts val="800"/>
              </a:spcBef>
              <a:spcAft>
                <a:spcPts val="0"/>
              </a:spcAft>
              <a:buSzPts val="1600"/>
              <a:buFont typeface="Nunito Sans"/>
              <a:buChar char="○"/>
              <a:defRPr sz="1600"/>
            </a:lvl8pPr>
            <a:lvl9pPr indent="-330200" lvl="8" marL="4114800">
              <a:lnSpc>
                <a:spcPct val="100000"/>
              </a:lnSpc>
              <a:spcBef>
                <a:spcPts val="800"/>
              </a:spcBef>
              <a:spcAft>
                <a:spcPts val="800"/>
              </a:spcAft>
              <a:buSzPts val="1600"/>
              <a:buFont typeface="Nunito Sans"/>
              <a:buChar char="■"/>
              <a:defRPr sz="1600"/>
            </a:lvl9pPr>
          </a:lstStyle>
          <a:p/>
        </p:txBody>
      </p:sp>
      <p:sp>
        <p:nvSpPr>
          <p:cNvPr id="67" name="Google Shape;67;p1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8" name="Google Shape;68;p15"/>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69" name="Shape 69"/>
        <p:cNvGrpSpPr/>
        <p:nvPr/>
      </p:nvGrpSpPr>
      <p:grpSpPr>
        <a:xfrm>
          <a:off x="0" y="0"/>
          <a:ext cx="0" cy="0"/>
          <a:chOff x="0" y="0"/>
          <a:chExt cx="0" cy="0"/>
        </a:xfrm>
      </p:grpSpPr>
      <p:sp>
        <p:nvSpPr>
          <p:cNvPr id="70" name="Google Shape;70;p1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71" name="Google Shape;71;p1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pic>
        <p:nvPicPr>
          <p:cNvPr id="72" name="Google Shape;72;p16"/>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73" name="Google Shape;73;p16"/>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BLANK_1_1_1_1_2_3">
    <p:spTree>
      <p:nvGrpSpPr>
        <p:cNvPr id="74" name="Shape 74"/>
        <p:cNvGrpSpPr/>
        <p:nvPr/>
      </p:nvGrpSpPr>
      <p:grpSpPr>
        <a:xfrm>
          <a:off x="0" y="0"/>
          <a:ext cx="0" cy="0"/>
          <a:chOff x="0" y="0"/>
          <a:chExt cx="0" cy="0"/>
        </a:xfrm>
      </p:grpSpPr>
      <p:sp>
        <p:nvSpPr>
          <p:cNvPr id="75" name="Google Shape;75;p17"/>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76" name="Google Shape;76;p17"/>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77" name="Google Shape;77;p1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78" name="Google Shape;78;p17"/>
          <p:cNvSpPr/>
          <p:nvPr>
            <p:ph idx="2" type="pic"/>
          </p:nvPr>
        </p:nvSpPr>
        <p:spPr>
          <a:xfrm>
            <a:off x="1208525" y="1164275"/>
            <a:ext cx="1115700" cy="1118100"/>
          </a:xfrm>
          <a:prstGeom prst="roundRect">
            <a:avLst>
              <a:gd fmla="val 16667" name="adj"/>
            </a:avLst>
          </a:prstGeom>
          <a:noFill/>
          <a:ln>
            <a:noFill/>
          </a:ln>
        </p:spPr>
      </p:sp>
      <p:sp>
        <p:nvSpPr>
          <p:cNvPr id="79" name="Google Shape;79;p17"/>
          <p:cNvSpPr/>
          <p:nvPr>
            <p:ph idx="3" type="pic"/>
          </p:nvPr>
        </p:nvSpPr>
        <p:spPr>
          <a:xfrm>
            <a:off x="3079163" y="1164275"/>
            <a:ext cx="1115700" cy="1118100"/>
          </a:xfrm>
          <a:prstGeom prst="roundRect">
            <a:avLst>
              <a:gd fmla="val 16667" name="adj"/>
            </a:avLst>
          </a:prstGeom>
          <a:noFill/>
          <a:ln>
            <a:noFill/>
          </a:ln>
        </p:spPr>
      </p:sp>
      <p:sp>
        <p:nvSpPr>
          <p:cNvPr id="80" name="Google Shape;80;p17"/>
          <p:cNvSpPr/>
          <p:nvPr>
            <p:ph idx="4" type="pic"/>
          </p:nvPr>
        </p:nvSpPr>
        <p:spPr>
          <a:xfrm>
            <a:off x="4949788" y="1164275"/>
            <a:ext cx="1115700" cy="1118100"/>
          </a:xfrm>
          <a:prstGeom prst="roundRect">
            <a:avLst>
              <a:gd fmla="val 16667" name="adj"/>
            </a:avLst>
          </a:prstGeom>
          <a:noFill/>
          <a:ln>
            <a:noFill/>
          </a:ln>
        </p:spPr>
      </p:sp>
      <p:sp>
        <p:nvSpPr>
          <p:cNvPr id="81" name="Google Shape;81;p17"/>
          <p:cNvSpPr/>
          <p:nvPr>
            <p:ph idx="5" type="pic"/>
          </p:nvPr>
        </p:nvSpPr>
        <p:spPr>
          <a:xfrm>
            <a:off x="6820413" y="1164275"/>
            <a:ext cx="1115700" cy="1118100"/>
          </a:xfrm>
          <a:prstGeom prst="roundRect">
            <a:avLst>
              <a:gd fmla="val 16667" name="adj"/>
            </a:avLst>
          </a:prstGeom>
          <a:noFill/>
          <a:ln>
            <a:noFill/>
          </a:ln>
        </p:spPr>
      </p:sp>
      <p:sp>
        <p:nvSpPr>
          <p:cNvPr id="82" name="Google Shape;82;p17"/>
          <p:cNvSpPr txBox="1"/>
          <p:nvPr>
            <p:ph idx="1" type="subTitle"/>
          </p:nvPr>
        </p:nvSpPr>
        <p:spPr>
          <a:xfrm>
            <a:off x="1208525"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3" name="Google Shape;83;p17"/>
          <p:cNvSpPr txBox="1"/>
          <p:nvPr>
            <p:ph idx="6" type="subTitle"/>
          </p:nvPr>
        </p:nvSpPr>
        <p:spPr>
          <a:xfrm>
            <a:off x="1208525"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84" name="Google Shape;84;p17"/>
          <p:cNvSpPr txBox="1"/>
          <p:nvPr>
            <p:ph idx="7" type="subTitle"/>
          </p:nvPr>
        </p:nvSpPr>
        <p:spPr>
          <a:xfrm>
            <a:off x="3079166"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5" name="Google Shape;85;p17"/>
          <p:cNvSpPr txBox="1"/>
          <p:nvPr>
            <p:ph idx="8" type="subTitle"/>
          </p:nvPr>
        </p:nvSpPr>
        <p:spPr>
          <a:xfrm>
            <a:off x="307916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86" name="Google Shape;86;p17"/>
          <p:cNvSpPr txBox="1"/>
          <p:nvPr>
            <p:ph idx="9" type="subTitle"/>
          </p:nvPr>
        </p:nvSpPr>
        <p:spPr>
          <a:xfrm>
            <a:off x="4949794"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7" name="Google Shape;87;p17"/>
          <p:cNvSpPr txBox="1"/>
          <p:nvPr>
            <p:ph idx="13" type="subTitle"/>
          </p:nvPr>
        </p:nvSpPr>
        <p:spPr>
          <a:xfrm>
            <a:off x="4949788"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88" name="Google Shape;88;p17"/>
          <p:cNvSpPr txBox="1"/>
          <p:nvPr>
            <p:ph idx="14" type="subTitle"/>
          </p:nvPr>
        </p:nvSpPr>
        <p:spPr>
          <a:xfrm>
            <a:off x="6820423"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9" name="Google Shape;89;p17"/>
          <p:cNvSpPr txBox="1"/>
          <p:nvPr>
            <p:ph idx="15" type="subTitle"/>
          </p:nvPr>
        </p:nvSpPr>
        <p:spPr>
          <a:xfrm>
            <a:off x="682041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90" name="Google Shape;90;p17"/>
          <p:cNvSpPr/>
          <p:nvPr>
            <p:ph idx="16" type="pic"/>
          </p:nvPr>
        </p:nvSpPr>
        <p:spPr>
          <a:xfrm>
            <a:off x="3079163" y="2958825"/>
            <a:ext cx="1115700" cy="1118100"/>
          </a:xfrm>
          <a:prstGeom prst="roundRect">
            <a:avLst>
              <a:gd fmla="val 16667" name="adj"/>
            </a:avLst>
          </a:prstGeom>
          <a:noFill/>
          <a:ln>
            <a:noFill/>
          </a:ln>
        </p:spPr>
      </p:sp>
      <p:sp>
        <p:nvSpPr>
          <p:cNvPr id="91" name="Google Shape;91;p17"/>
          <p:cNvSpPr/>
          <p:nvPr>
            <p:ph idx="17" type="pic"/>
          </p:nvPr>
        </p:nvSpPr>
        <p:spPr>
          <a:xfrm>
            <a:off x="4949788" y="2958825"/>
            <a:ext cx="1115700" cy="1118100"/>
          </a:xfrm>
          <a:prstGeom prst="roundRect">
            <a:avLst>
              <a:gd fmla="val 16667" name="adj"/>
            </a:avLst>
          </a:prstGeom>
          <a:noFill/>
          <a:ln>
            <a:noFill/>
          </a:ln>
        </p:spPr>
      </p:sp>
      <p:sp>
        <p:nvSpPr>
          <p:cNvPr id="92" name="Google Shape;92;p17"/>
          <p:cNvSpPr/>
          <p:nvPr>
            <p:ph idx="18" type="pic"/>
          </p:nvPr>
        </p:nvSpPr>
        <p:spPr>
          <a:xfrm>
            <a:off x="6820413" y="2958825"/>
            <a:ext cx="1115700" cy="1118100"/>
          </a:xfrm>
          <a:prstGeom prst="roundRect">
            <a:avLst>
              <a:gd fmla="val 16667" name="adj"/>
            </a:avLst>
          </a:prstGeom>
          <a:noFill/>
          <a:ln>
            <a:noFill/>
          </a:ln>
        </p:spPr>
      </p:sp>
      <p:sp>
        <p:nvSpPr>
          <p:cNvPr id="93" name="Google Shape;93;p17"/>
          <p:cNvSpPr txBox="1"/>
          <p:nvPr>
            <p:ph idx="19" type="subTitle"/>
          </p:nvPr>
        </p:nvSpPr>
        <p:spPr>
          <a:xfrm>
            <a:off x="1208525"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4" name="Google Shape;94;p17"/>
          <p:cNvSpPr/>
          <p:nvPr>
            <p:ph idx="20" type="pic"/>
          </p:nvPr>
        </p:nvSpPr>
        <p:spPr>
          <a:xfrm>
            <a:off x="1208550" y="2958825"/>
            <a:ext cx="1115700" cy="1118100"/>
          </a:xfrm>
          <a:prstGeom prst="roundRect">
            <a:avLst>
              <a:gd fmla="val 16667" name="adj"/>
            </a:avLst>
          </a:prstGeom>
          <a:noFill/>
          <a:ln>
            <a:noFill/>
          </a:ln>
        </p:spPr>
      </p:sp>
      <p:sp>
        <p:nvSpPr>
          <p:cNvPr id="95" name="Google Shape;95;p17"/>
          <p:cNvSpPr txBox="1"/>
          <p:nvPr>
            <p:ph idx="21" type="subTitle"/>
          </p:nvPr>
        </p:nvSpPr>
        <p:spPr>
          <a:xfrm>
            <a:off x="3079166"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6" name="Google Shape;96;p17"/>
          <p:cNvSpPr txBox="1"/>
          <p:nvPr>
            <p:ph idx="22" type="subTitle"/>
          </p:nvPr>
        </p:nvSpPr>
        <p:spPr>
          <a:xfrm>
            <a:off x="4949794"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7" name="Google Shape;97;p17"/>
          <p:cNvSpPr txBox="1"/>
          <p:nvPr>
            <p:ph idx="23" type="subTitle"/>
          </p:nvPr>
        </p:nvSpPr>
        <p:spPr>
          <a:xfrm>
            <a:off x="307916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98" name="Google Shape;98;p17"/>
          <p:cNvSpPr txBox="1"/>
          <p:nvPr>
            <p:ph idx="24" type="subTitle"/>
          </p:nvPr>
        </p:nvSpPr>
        <p:spPr>
          <a:xfrm>
            <a:off x="6820423"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9" name="Google Shape;99;p17"/>
          <p:cNvSpPr txBox="1"/>
          <p:nvPr>
            <p:ph idx="25" type="subTitle"/>
          </p:nvPr>
        </p:nvSpPr>
        <p:spPr>
          <a:xfrm>
            <a:off x="4949788"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00" name="Google Shape;100;p17"/>
          <p:cNvSpPr txBox="1"/>
          <p:nvPr>
            <p:ph idx="26" type="subTitle"/>
          </p:nvPr>
        </p:nvSpPr>
        <p:spPr>
          <a:xfrm>
            <a:off x="1208525"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01" name="Google Shape;101;p17"/>
          <p:cNvSpPr txBox="1"/>
          <p:nvPr>
            <p:ph idx="27" type="subTitle"/>
          </p:nvPr>
        </p:nvSpPr>
        <p:spPr>
          <a:xfrm>
            <a:off x="682041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02" name="Google Shape;102;p17"/>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BLANK_1_1_1_1_2_3_1">
    <p:spTree>
      <p:nvGrpSpPr>
        <p:cNvPr id="103" name="Shape 103"/>
        <p:cNvGrpSpPr/>
        <p:nvPr/>
      </p:nvGrpSpPr>
      <p:grpSpPr>
        <a:xfrm>
          <a:off x="0" y="0"/>
          <a:ext cx="0" cy="0"/>
          <a:chOff x="0" y="0"/>
          <a:chExt cx="0" cy="0"/>
        </a:xfrm>
      </p:grpSpPr>
      <p:sp>
        <p:nvSpPr>
          <p:cNvPr id="104" name="Google Shape;104;p18"/>
          <p:cNvSpPr txBox="1"/>
          <p:nvPr>
            <p:ph idx="1" type="body"/>
          </p:nvPr>
        </p:nvSpPr>
        <p:spPr>
          <a:xfrm>
            <a:off x="601411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05" name="Google Shape;105;p18"/>
          <p:cNvSpPr txBox="1"/>
          <p:nvPr>
            <p:ph idx="2" type="body"/>
          </p:nvPr>
        </p:nvSpPr>
        <p:spPr>
          <a:xfrm>
            <a:off x="231706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06" name="Google Shape;106;p18"/>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07" name="Google Shape;107;p1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08" name="Google Shape;108;p1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09" name="Google Shape;109;p18"/>
          <p:cNvSpPr/>
          <p:nvPr>
            <p:ph idx="3" type="pic"/>
          </p:nvPr>
        </p:nvSpPr>
        <p:spPr>
          <a:xfrm>
            <a:off x="988450" y="2967538"/>
            <a:ext cx="1264200" cy="1258500"/>
          </a:xfrm>
          <a:prstGeom prst="roundRect">
            <a:avLst>
              <a:gd fmla="val 16718" name="adj"/>
            </a:avLst>
          </a:prstGeom>
          <a:noFill/>
          <a:ln>
            <a:noFill/>
          </a:ln>
        </p:spPr>
      </p:sp>
      <p:sp>
        <p:nvSpPr>
          <p:cNvPr id="110" name="Google Shape;110;p18"/>
          <p:cNvSpPr txBox="1"/>
          <p:nvPr>
            <p:ph idx="4" type="subTitle"/>
          </p:nvPr>
        </p:nvSpPr>
        <p:spPr>
          <a:xfrm>
            <a:off x="231706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11" name="Google Shape;111;p18"/>
          <p:cNvSpPr txBox="1"/>
          <p:nvPr>
            <p:ph idx="5" type="subTitle"/>
          </p:nvPr>
        </p:nvSpPr>
        <p:spPr>
          <a:xfrm>
            <a:off x="231706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12" name="Google Shape;112;p18"/>
          <p:cNvSpPr txBox="1"/>
          <p:nvPr>
            <p:ph idx="6" type="body"/>
          </p:nvPr>
        </p:nvSpPr>
        <p:spPr>
          <a:xfrm>
            <a:off x="231706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13" name="Google Shape;113;p18"/>
          <p:cNvSpPr/>
          <p:nvPr>
            <p:ph idx="7" type="pic"/>
          </p:nvPr>
        </p:nvSpPr>
        <p:spPr>
          <a:xfrm>
            <a:off x="4685500" y="1169975"/>
            <a:ext cx="1264200" cy="1258500"/>
          </a:xfrm>
          <a:prstGeom prst="roundRect">
            <a:avLst>
              <a:gd fmla="val 16718" name="adj"/>
            </a:avLst>
          </a:prstGeom>
          <a:noFill/>
          <a:ln>
            <a:noFill/>
          </a:ln>
        </p:spPr>
      </p:sp>
      <p:sp>
        <p:nvSpPr>
          <p:cNvPr id="114" name="Google Shape;114;p18"/>
          <p:cNvSpPr txBox="1"/>
          <p:nvPr>
            <p:ph idx="8" type="subTitle"/>
          </p:nvPr>
        </p:nvSpPr>
        <p:spPr>
          <a:xfrm>
            <a:off x="601411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15" name="Google Shape;115;p18"/>
          <p:cNvSpPr txBox="1"/>
          <p:nvPr>
            <p:ph idx="9" type="subTitle"/>
          </p:nvPr>
        </p:nvSpPr>
        <p:spPr>
          <a:xfrm>
            <a:off x="601411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16" name="Google Shape;116;p18"/>
          <p:cNvSpPr/>
          <p:nvPr>
            <p:ph idx="13" type="pic"/>
          </p:nvPr>
        </p:nvSpPr>
        <p:spPr>
          <a:xfrm>
            <a:off x="4685500" y="2967538"/>
            <a:ext cx="1264200" cy="1258500"/>
          </a:xfrm>
          <a:prstGeom prst="roundRect">
            <a:avLst>
              <a:gd fmla="val 16718" name="adj"/>
            </a:avLst>
          </a:prstGeom>
          <a:noFill/>
          <a:ln>
            <a:noFill/>
          </a:ln>
        </p:spPr>
      </p:sp>
      <p:sp>
        <p:nvSpPr>
          <p:cNvPr id="117" name="Google Shape;117;p18"/>
          <p:cNvSpPr txBox="1"/>
          <p:nvPr>
            <p:ph idx="14" type="subTitle"/>
          </p:nvPr>
        </p:nvSpPr>
        <p:spPr>
          <a:xfrm>
            <a:off x="601411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18" name="Google Shape;118;p18"/>
          <p:cNvSpPr txBox="1"/>
          <p:nvPr>
            <p:ph idx="15" type="subTitle"/>
          </p:nvPr>
        </p:nvSpPr>
        <p:spPr>
          <a:xfrm>
            <a:off x="601411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19" name="Google Shape;119;p18"/>
          <p:cNvSpPr txBox="1"/>
          <p:nvPr>
            <p:ph idx="16" type="body"/>
          </p:nvPr>
        </p:nvSpPr>
        <p:spPr>
          <a:xfrm>
            <a:off x="601411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20" name="Google Shape;120;p18"/>
          <p:cNvSpPr/>
          <p:nvPr>
            <p:ph idx="17" type="pic"/>
          </p:nvPr>
        </p:nvSpPr>
        <p:spPr>
          <a:xfrm>
            <a:off x="988450" y="1169975"/>
            <a:ext cx="1264200" cy="1258500"/>
          </a:xfrm>
          <a:prstGeom prst="roundRect">
            <a:avLst>
              <a:gd fmla="val 16718" name="adj"/>
            </a:avLst>
          </a:prstGeom>
          <a:noFill/>
          <a:ln>
            <a:noFill/>
          </a:ln>
        </p:spPr>
      </p:sp>
      <p:sp>
        <p:nvSpPr>
          <p:cNvPr id="121" name="Google Shape;121;p18"/>
          <p:cNvSpPr txBox="1"/>
          <p:nvPr>
            <p:ph idx="18" type="subTitle"/>
          </p:nvPr>
        </p:nvSpPr>
        <p:spPr>
          <a:xfrm>
            <a:off x="231706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22" name="Google Shape;122;p18"/>
          <p:cNvSpPr txBox="1"/>
          <p:nvPr>
            <p:ph idx="19" type="subTitle"/>
          </p:nvPr>
        </p:nvSpPr>
        <p:spPr>
          <a:xfrm>
            <a:off x="231706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23" name="Google Shape;123;p18"/>
          <p:cNvSpPr txBox="1"/>
          <p:nvPr>
            <p:ph idx="20"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2">
    <p:bg>
      <p:bgPr>
        <a:solidFill>
          <a:schemeClr val="lt1"/>
        </a:solidFill>
      </p:bgPr>
    </p:bg>
    <p:spTree>
      <p:nvGrpSpPr>
        <p:cNvPr id="124" name="Shape 124"/>
        <p:cNvGrpSpPr/>
        <p:nvPr/>
      </p:nvGrpSpPr>
      <p:grpSpPr>
        <a:xfrm>
          <a:off x="0" y="0"/>
          <a:ext cx="0" cy="0"/>
          <a:chOff x="0" y="0"/>
          <a:chExt cx="0" cy="0"/>
        </a:xfrm>
      </p:grpSpPr>
      <p:sp>
        <p:nvSpPr>
          <p:cNvPr id="125" name="Google Shape;125;p19"/>
          <p:cNvSpPr txBox="1"/>
          <p:nvPr>
            <p:ph type="title"/>
          </p:nvPr>
        </p:nvSpPr>
        <p:spPr>
          <a:xfrm>
            <a:off x="228600" y="228600"/>
            <a:ext cx="4803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26" name="Google Shape;126;p1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27" name="Google Shape;127;p19"/>
          <p:cNvSpPr/>
          <p:nvPr/>
        </p:nvSpPr>
        <p:spPr>
          <a:xfrm>
            <a:off x="7299656" y="0"/>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128" name="Google Shape;128;p19"/>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7">
  <p:cSld name="BLANK_1_1_1_1_2_1_1_1">
    <p:spTree>
      <p:nvGrpSpPr>
        <p:cNvPr id="129" name="Shape 129"/>
        <p:cNvGrpSpPr/>
        <p:nvPr/>
      </p:nvGrpSpPr>
      <p:grpSpPr>
        <a:xfrm>
          <a:off x="0" y="0"/>
          <a:ext cx="0" cy="0"/>
          <a:chOff x="0" y="0"/>
          <a:chExt cx="0" cy="0"/>
        </a:xfrm>
      </p:grpSpPr>
      <p:sp>
        <p:nvSpPr>
          <p:cNvPr id="130" name="Google Shape;130;p20"/>
          <p:cNvSpPr/>
          <p:nvPr/>
        </p:nvSpPr>
        <p:spPr>
          <a:xfrm rot="5400000">
            <a:off x="-3988150" y="1153525"/>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1" name="Google Shape;131;p20"/>
          <p:cNvSpPr/>
          <p:nvPr/>
        </p:nvSpPr>
        <p:spPr>
          <a:xfrm>
            <a:off x="3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2" name="Google Shape;132;p2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33" name="Google Shape;133;p20"/>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134" name="Google Shape;134;p20"/>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statement">
  <p:cSld name="BLANK_1_1_1_1_1_2">
    <p:bg>
      <p:bgPr>
        <a:solidFill>
          <a:schemeClr val="lt1"/>
        </a:solidFill>
      </p:bgPr>
    </p:bg>
    <p:spTree>
      <p:nvGrpSpPr>
        <p:cNvPr id="135" name="Shape 135"/>
        <p:cNvGrpSpPr/>
        <p:nvPr/>
      </p:nvGrpSpPr>
      <p:grpSpPr>
        <a:xfrm>
          <a:off x="0" y="0"/>
          <a:ext cx="0" cy="0"/>
          <a:chOff x="0" y="0"/>
          <a:chExt cx="0" cy="0"/>
        </a:xfrm>
      </p:grpSpPr>
      <p:sp>
        <p:nvSpPr>
          <p:cNvPr id="136" name="Google Shape;136;p21"/>
          <p:cNvSpPr txBox="1"/>
          <p:nvPr>
            <p:ph idx="1" type="body"/>
          </p:nvPr>
        </p:nvSpPr>
        <p:spPr>
          <a:xfrm>
            <a:off x="4618950" y="1743378"/>
            <a:ext cx="4296600" cy="306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Font typeface="Nunito Sans"/>
              <a:buChar char="●"/>
              <a:defRPr sz="1600"/>
            </a:lvl1pPr>
            <a:lvl2pPr indent="-330200" lvl="1" marL="914400">
              <a:spcBef>
                <a:spcPts val="800"/>
              </a:spcBef>
              <a:spcAft>
                <a:spcPts val="0"/>
              </a:spcAft>
              <a:buSzPts val="1600"/>
              <a:buFont typeface="Nunito Sans"/>
              <a:buChar char="○"/>
              <a:defRPr sz="1600"/>
            </a:lvl2pPr>
            <a:lvl3pPr indent="-330200" lvl="2" marL="1371600">
              <a:spcBef>
                <a:spcPts val="800"/>
              </a:spcBef>
              <a:spcAft>
                <a:spcPts val="0"/>
              </a:spcAft>
              <a:buSzPts val="1600"/>
              <a:buFont typeface="Nunito Sans"/>
              <a:buChar char="■"/>
              <a:defRPr sz="1600"/>
            </a:lvl3pPr>
            <a:lvl4pPr indent="-330200" lvl="3" marL="1828800">
              <a:spcBef>
                <a:spcPts val="800"/>
              </a:spcBef>
              <a:spcAft>
                <a:spcPts val="0"/>
              </a:spcAft>
              <a:buSzPts val="1600"/>
              <a:buFont typeface="Nunito Sans"/>
              <a:buChar char="●"/>
              <a:defRPr sz="1600"/>
            </a:lvl4pPr>
            <a:lvl5pPr indent="-330200" lvl="4" marL="2286000">
              <a:spcBef>
                <a:spcPts val="800"/>
              </a:spcBef>
              <a:spcAft>
                <a:spcPts val="0"/>
              </a:spcAft>
              <a:buSzPts val="1600"/>
              <a:buFont typeface="Nunito Sans"/>
              <a:buChar char="○"/>
              <a:defRPr sz="1600"/>
            </a:lvl5pPr>
            <a:lvl6pPr indent="-330200" lvl="5" marL="2743200">
              <a:spcBef>
                <a:spcPts val="800"/>
              </a:spcBef>
              <a:spcAft>
                <a:spcPts val="0"/>
              </a:spcAft>
              <a:buSzPts val="1600"/>
              <a:buFont typeface="Nunito Sans"/>
              <a:buChar char="■"/>
              <a:defRPr sz="1600"/>
            </a:lvl6pPr>
            <a:lvl7pPr indent="-330200" lvl="6" marL="3200400">
              <a:spcBef>
                <a:spcPts val="800"/>
              </a:spcBef>
              <a:spcAft>
                <a:spcPts val="0"/>
              </a:spcAft>
              <a:buSzPts val="1600"/>
              <a:buFont typeface="Nunito Sans"/>
              <a:buChar char="●"/>
              <a:defRPr sz="1600"/>
            </a:lvl7pPr>
            <a:lvl8pPr indent="-330200" lvl="7" marL="3657600">
              <a:spcBef>
                <a:spcPts val="800"/>
              </a:spcBef>
              <a:spcAft>
                <a:spcPts val="0"/>
              </a:spcAft>
              <a:buSzPts val="1600"/>
              <a:buFont typeface="Nunito Sans"/>
              <a:buChar char="○"/>
              <a:defRPr sz="1600"/>
            </a:lvl8pPr>
            <a:lvl9pPr indent="-330200" lvl="8" marL="4114800">
              <a:spcBef>
                <a:spcPts val="800"/>
              </a:spcBef>
              <a:spcAft>
                <a:spcPts val="800"/>
              </a:spcAft>
              <a:buSzPts val="1600"/>
              <a:buFont typeface="Nunito Sans"/>
              <a:buChar char="■"/>
              <a:defRPr sz="1600"/>
            </a:lvl9pPr>
          </a:lstStyle>
          <a:p/>
        </p:txBody>
      </p:sp>
      <p:sp>
        <p:nvSpPr>
          <p:cNvPr id="137" name="Google Shape;137;p21"/>
          <p:cNvSpPr txBox="1"/>
          <p:nvPr>
            <p:ph type="title"/>
          </p:nvPr>
        </p:nvSpPr>
        <p:spPr>
          <a:xfrm>
            <a:off x="228600" y="1743378"/>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138" name="Google Shape;138;p2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39" name="Google Shape;139;p21"/>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accent1"/>
        </a:solidFill>
      </p:bgPr>
    </p:bg>
    <p:spTree>
      <p:nvGrpSpPr>
        <p:cNvPr id="140" name="Shape 140"/>
        <p:cNvGrpSpPr/>
        <p:nvPr/>
      </p:nvGrpSpPr>
      <p:grpSpPr>
        <a:xfrm>
          <a:off x="0" y="0"/>
          <a:ext cx="0" cy="0"/>
          <a:chOff x="0" y="0"/>
          <a:chExt cx="0" cy="0"/>
        </a:xfrm>
      </p:grpSpPr>
      <p:pic>
        <p:nvPicPr>
          <p:cNvPr id="141" name="Google Shape;141;p22"/>
          <p:cNvPicPr preferRelativeResize="0"/>
          <p:nvPr/>
        </p:nvPicPr>
        <p:blipFill rotWithShape="1">
          <a:blip r:embed="rId2">
            <a:alphaModFix/>
          </a:blip>
          <a:srcRect b="0" l="0" r="54483" t="51307"/>
          <a:stretch/>
        </p:blipFill>
        <p:spPr>
          <a:xfrm>
            <a:off x="6802800" y="-9247"/>
            <a:ext cx="2341200" cy="2504451"/>
          </a:xfrm>
          <a:prstGeom prst="rect">
            <a:avLst/>
          </a:prstGeom>
          <a:noFill/>
          <a:ln>
            <a:noFill/>
          </a:ln>
        </p:spPr>
      </p:pic>
      <p:sp>
        <p:nvSpPr>
          <p:cNvPr id="142" name="Google Shape;142;p22"/>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9pPr>
          </a:lstStyle>
          <a:p/>
        </p:txBody>
      </p:sp>
      <p:sp>
        <p:nvSpPr>
          <p:cNvPr id="143" name="Google Shape;143;p22"/>
          <p:cNvSpPr/>
          <p:nvPr/>
        </p:nvSpPr>
        <p:spPr>
          <a:xfrm>
            <a:off x="6724719" y="-48"/>
            <a:ext cx="2419360" cy="1864544"/>
          </a:xfrm>
          <a:custGeom>
            <a:rect b="b" l="l" r="r" t="t"/>
            <a:pathLst>
              <a:path extrusionOk="0" h="58267" w="75605">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
        <p:nvSpPr>
          <p:cNvPr id="144" name="Google Shape;144;p22"/>
          <p:cNvSpPr/>
          <p:nvPr/>
        </p:nvSpPr>
        <p:spPr>
          <a:xfrm>
            <a:off x="0" y="3692104"/>
            <a:ext cx="2339584" cy="1451392"/>
          </a:xfrm>
          <a:custGeom>
            <a:rect b="b" l="l" r="r" t="t"/>
            <a:pathLst>
              <a:path extrusionOk="0" h="45356" w="73112">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spTree>
      <p:nvGrpSpPr>
        <p:cNvPr id="145" name="Shape 145"/>
        <p:cNvGrpSpPr/>
        <p:nvPr/>
      </p:nvGrpSpPr>
      <p:grpSpPr>
        <a:xfrm>
          <a:off x="0" y="0"/>
          <a:ext cx="0" cy="0"/>
          <a:chOff x="0" y="0"/>
          <a:chExt cx="0" cy="0"/>
        </a:xfrm>
      </p:grpSpPr>
      <p:sp>
        <p:nvSpPr>
          <p:cNvPr id="146" name="Google Shape;146;p23"/>
          <p:cNvSpPr/>
          <p:nvPr/>
        </p:nvSpPr>
        <p:spPr>
          <a:xfrm rot="5400000">
            <a:off x="-3989680" y="1156257"/>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47" name="Google Shape;147;p23"/>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48" name="Google Shape;148;p23"/>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49" name="Google Shape;149;p23"/>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50" name="Google Shape;150;p23"/>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51" name="Google Shape;151;p23"/>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52" name="Google Shape;152;p23"/>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pic>
        <p:nvPicPr>
          <p:cNvPr id="153" name="Google Shape;153;p23"/>
          <p:cNvPicPr preferRelativeResize="0"/>
          <p:nvPr/>
        </p:nvPicPr>
        <p:blipFill rotWithShape="1">
          <a:blip r:embed="rId2">
            <a:alphaModFix/>
          </a:blip>
          <a:srcRect b="4753" l="57201" r="0" t="0"/>
          <a:stretch/>
        </p:blipFill>
        <p:spPr>
          <a:xfrm>
            <a:off x="-2901" y="1345020"/>
            <a:ext cx="1711426" cy="3808700"/>
          </a:xfrm>
          <a:prstGeom prst="rect">
            <a:avLst/>
          </a:prstGeom>
          <a:noFill/>
          <a:ln>
            <a:noFill/>
          </a:ln>
        </p:spPr>
      </p:pic>
      <p:sp>
        <p:nvSpPr>
          <p:cNvPr id="154" name="Google Shape;154;p23"/>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5" name="Google Shape;155;p23"/>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6" name="Google Shape;156;p23"/>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7" name="Google Shape;157;p23"/>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8" name="Google Shape;158;p23"/>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9" name="Google Shape;159;p23"/>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60" name="Google Shape;160;p23"/>
          <p:cNvSpPr txBox="1"/>
          <p:nvPr>
            <p:ph type="title"/>
          </p:nvPr>
        </p:nvSpPr>
        <p:spPr>
          <a:xfrm>
            <a:off x="228600" y="228600"/>
            <a:ext cx="2926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61" name="Google Shape;161;p2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62" name="Google Shape;162;p23"/>
          <p:cNvSpPr txBox="1"/>
          <p:nvPr>
            <p:ph idx="16" type="subTitle"/>
          </p:nvPr>
        </p:nvSpPr>
        <p:spPr>
          <a:xfrm>
            <a:off x="7851925" y="5103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3" name="Google Shape;163;p23"/>
          <p:cNvSpPr txBox="1"/>
          <p:nvPr>
            <p:ph idx="17" type="subTitle"/>
          </p:nvPr>
        </p:nvSpPr>
        <p:spPr>
          <a:xfrm>
            <a:off x="7851925" y="12023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4" name="Google Shape;164;p23"/>
          <p:cNvSpPr txBox="1"/>
          <p:nvPr>
            <p:ph idx="18" type="subTitle"/>
          </p:nvPr>
        </p:nvSpPr>
        <p:spPr>
          <a:xfrm>
            <a:off x="7851925" y="18944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5" name="Google Shape;165;p23"/>
          <p:cNvSpPr txBox="1"/>
          <p:nvPr>
            <p:ph idx="19" type="subTitle"/>
          </p:nvPr>
        </p:nvSpPr>
        <p:spPr>
          <a:xfrm>
            <a:off x="7851925" y="25864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6" name="Google Shape;166;p23"/>
          <p:cNvSpPr txBox="1"/>
          <p:nvPr>
            <p:ph idx="20" type="subTitle"/>
          </p:nvPr>
        </p:nvSpPr>
        <p:spPr>
          <a:xfrm>
            <a:off x="7851925" y="32785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7" name="Google Shape;167;p23"/>
          <p:cNvSpPr txBox="1"/>
          <p:nvPr>
            <p:ph idx="21" type="subTitle"/>
          </p:nvPr>
        </p:nvSpPr>
        <p:spPr>
          <a:xfrm>
            <a:off x="7851925" y="39705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8" name="Google Shape;168;p23"/>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
    <p:spTree>
      <p:nvGrpSpPr>
        <p:cNvPr id="169" name="Shape 169"/>
        <p:cNvGrpSpPr/>
        <p:nvPr/>
      </p:nvGrpSpPr>
      <p:grpSpPr>
        <a:xfrm>
          <a:off x="0" y="0"/>
          <a:ext cx="0" cy="0"/>
          <a:chOff x="0" y="0"/>
          <a:chExt cx="0" cy="0"/>
        </a:xfrm>
      </p:grpSpPr>
      <p:pic>
        <p:nvPicPr>
          <p:cNvPr id="170" name="Google Shape;170;p24"/>
          <p:cNvPicPr preferRelativeResize="0"/>
          <p:nvPr/>
        </p:nvPicPr>
        <p:blipFill rotWithShape="1">
          <a:blip r:embed="rId2">
            <a:alphaModFix/>
          </a:blip>
          <a:srcRect b="0" l="0" r="0" t="21452"/>
          <a:stretch/>
        </p:blipFill>
        <p:spPr>
          <a:xfrm>
            <a:off x="4061100" y="0"/>
            <a:ext cx="4136100" cy="3248727"/>
          </a:xfrm>
          <a:prstGeom prst="rect">
            <a:avLst/>
          </a:prstGeom>
          <a:noFill/>
          <a:ln>
            <a:noFill/>
          </a:ln>
        </p:spPr>
      </p:pic>
      <p:sp>
        <p:nvSpPr>
          <p:cNvPr id="171" name="Google Shape;171;p24"/>
          <p:cNvSpPr/>
          <p:nvPr/>
        </p:nvSpPr>
        <p:spPr>
          <a:xfrm flipH="1" rot="-5400000">
            <a:off x="5143020"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72" name="Google Shape;172;p24"/>
          <p:cNvSpPr/>
          <p:nvPr/>
        </p:nvSpPr>
        <p:spPr>
          <a:xfrm>
            <a:off x="4600000" y="-50"/>
            <a:ext cx="3973152" cy="5143488"/>
          </a:xfrm>
          <a:custGeom>
            <a:rect b="b" l="l" r="r" t="t"/>
            <a:pathLst>
              <a:path extrusionOk="0" h="160734" w="124161">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73" name="Google Shape;173;p24"/>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74" name="Google Shape;174;p24"/>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75" name="Google Shape;175;p24"/>
          <p:cNvSpPr/>
          <p:nvPr>
            <p:ph idx="2" type="pic"/>
          </p:nvPr>
        </p:nvSpPr>
        <p:spPr>
          <a:xfrm>
            <a:off x="5212300" y="460300"/>
            <a:ext cx="3702900" cy="4136100"/>
          </a:xfrm>
          <a:prstGeom prst="roundRect">
            <a:avLst>
              <a:gd fmla="val 6865" name="adj"/>
            </a:avLst>
          </a:prstGeom>
          <a:noFill/>
          <a:ln>
            <a:noFill/>
          </a:ln>
        </p:spPr>
      </p:sp>
      <p:sp>
        <p:nvSpPr>
          <p:cNvPr id="176" name="Google Shape;176;p24"/>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77" name="Google Shape;177;p24"/>
          <p:cNvSpPr/>
          <p:nvPr/>
        </p:nvSpPr>
        <p:spPr>
          <a:xfrm>
            <a:off x="7766436"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78" name="Google Shape;178;p2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79" name="Google Shape;179;p24"/>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180" name="Shape 180"/>
        <p:cNvGrpSpPr/>
        <p:nvPr/>
      </p:nvGrpSpPr>
      <p:grpSpPr>
        <a:xfrm>
          <a:off x="0" y="0"/>
          <a:ext cx="0" cy="0"/>
          <a:chOff x="0" y="0"/>
          <a:chExt cx="0" cy="0"/>
        </a:xfrm>
      </p:grpSpPr>
      <p:pic>
        <p:nvPicPr>
          <p:cNvPr id="181" name="Google Shape;181;p25"/>
          <p:cNvPicPr preferRelativeResize="0"/>
          <p:nvPr/>
        </p:nvPicPr>
        <p:blipFill rotWithShape="1">
          <a:blip r:embed="rId2">
            <a:alphaModFix/>
          </a:blip>
          <a:srcRect b="59421" l="0" r="0" t="0"/>
          <a:stretch/>
        </p:blipFill>
        <p:spPr>
          <a:xfrm>
            <a:off x="4246500" y="3605146"/>
            <a:ext cx="3791099" cy="1538350"/>
          </a:xfrm>
          <a:prstGeom prst="rect">
            <a:avLst/>
          </a:prstGeom>
          <a:noFill/>
          <a:ln>
            <a:noFill/>
          </a:ln>
        </p:spPr>
      </p:pic>
      <p:sp>
        <p:nvSpPr>
          <p:cNvPr id="182" name="Google Shape;182;p25"/>
          <p:cNvSpPr/>
          <p:nvPr/>
        </p:nvSpPr>
        <p:spPr>
          <a:xfrm rot="-5400000">
            <a:off x="5152931" y="-3996218"/>
            <a:ext cx="7978200" cy="7978200"/>
          </a:xfrm>
          <a:prstGeom prst="pie">
            <a:avLst>
              <a:gd fmla="val 10792592" name="adj1"/>
              <a:gd fmla="val 16198514" name="adj2"/>
            </a:avLst>
          </a:prstGeom>
          <a:gradFill>
            <a:gsLst>
              <a:gs pos="0">
                <a:schemeClr val="accent1"/>
              </a:gs>
              <a:gs pos="50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83" name="Google Shape;183;p25"/>
          <p:cNvPicPr preferRelativeResize="0"/>
          <p:nvPr/>
        </p:nvPicPr>
        <p:blipFill rotWithShape="1">
          <a:blip r:embed="rId3">
            <a:alphaModFix/>
          </a:blip>
          <a:srcRect b="34692" l="150" r="0" t="0"/>
          <a:stretch/>
        </p:blipFill>
        <p:spPr>
          <a:xfrm rot="10800000">
            <a:off x="3915350" y="-2066"/>
            <a:ext cx="3992800" cy="2611474"/>
          </a:xfrm>
          <a:prstGeom prst="rect">
            <a:avLst/>
          </a:prstGeom>
          <a:noFill/>
          <a:ln>
            <a:noFill/>
          </a:ln>
        </p:spPr>
      </p:pic>
      <p:sp>
        <p:nvSpPr>
          <p:cNvPr id="184" name="Google Shape;184;p25"/>
          <p:cNvSpPr/>
          <p:nvPr/>
        </p:nvSpPr>
        <p:spPr>
          <a:xfrm>
            <a:off x="4638645" y="1838308"/>
            <a:ext cx="4505344" cy="3305184"/>
          </a:xfrm>
          <a:custGeom>
            <a:rect b="b" l="l" r="r" t="t"/>
            <a:pathLst>
              <a:path extrusionOk="0" h="103287" w="140792">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85" name="Google Shape;185;p25"/>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86" name="Google Shape;186;p25"/>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87" name="Google Shape;187;p25"/>
          <p:cNvSpPr/>
          <p:nvPr>
            <p:ph idx="2" type="pic"/>
          </p:nvPr>
        </p:nvSpPr>
        <p:spPr>
          <a:xfrm>
            <a:off x="5212300" y="460300"/>
            <a:ext cx="3702900" cy="4136100"/>
          </a:xfrm>
          <a:prstGeom prst="roundRect">
            <a:avLst>
              <a:gd fmla="val 6865" name="adj"/>
            </a:avLst>
          </a:prstGeom>
          <a:noFill/>
          <a:ln>
            <a:noFill/>
          </a:ln>
        </p:spPr>
      </p:sp>
      <p:sp>
        <p:nvSpPr>
          <p:cNvPr id="188" name="Google Shape;188;p25"/>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89" name="Google Shape;189;p25"/>
          <p:cNvSpPr/>
          <p:nvPr/>
        </p:nvSpPr>
        <p:spPr>
          <a:xfrm>
            <a:off x="7305660" y="0"/>
            <a:ext cx="1838336" cy="1509728"/>
          </a:xfrm>
          <a:custGeom>
            <a:rect b="b" l="l" r="r" t="t"/>
            <a:pathLst>
              <a:path extrusionOk="0" h="47179" w="57448">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90" name="Google Shape;190;p2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91" name="Google Shape;191;p2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BLANK_1_1_1_1_1_1_1_1_1_1_1_1_2_1">
    <p:spTree>
      <p:nvGrpSpPr>
        <p:cNvPr id="192" name="Shape 192"/>
        <p:cNvGrpSpPr/>
        <p:nvPr/>
      </p:nvGrpSpPr>
      <p:grpSpPr>
        <a:xfrm>
          <a:off x="0" y="0"/>
          <a:ext cx="0" cy="0"/>
          <a:chOff x="0" y="0"/>
          <a:chExt cx="0" cy="0"/>
        </a:xfrm>
      </p:grpSpPr>
      <p:pic>
        <p:nvPicPr>
          <p:cNvPr id="193" name="Google Shape;193;p26"/>
          <p:cNvPicPr preferRelativeResize="0"/>
          <p:nvPr/>
        </p:nvPicPr>
        <p:blipFill rotWithShape="1">
          <a:blip r:embed="rId2">
            <a:alphaModFix/>
          </a:blip>
          <a:srcRect b="0" l="0" r="0" t="23213"/>
          <a:stretch/>
        </p:blipFill>
        <p:spPr>
          <a:xfrm>
            <a:off x="1618675" y="-3"/>
            <a:ext cx="3241201" cy="2488724"/>
          </a:xfrm>
          <a:prstGeom prst="rect">
            <a:avLst/>
          </a:prstGeom>
          <a:noFill/>
          <a:ln>
            <a:noFill/>
          </a:ln>
        </p:spPr>
      </p:pic>
      <p:sp>
        <p:nvSpPr>
          <p:cNvPr id="194" name="Google Shape;194;p26"/>
          <p:cNvSpPr/>
          <p:nvPr/>
        </p:nvSpPr>
        <p:spPr>
          <a:xfrm rot="5400000">
            <a:off x="-3986651" y="11599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195" name="Google Shape;195;p26"/>
          <p:cNvPicPr preferRelativeResize="0"/>
          <p:nvPr/>
        </p:nvPicPr>
        <p:blipFill rotWithShape="1">
          <a:blip r:embed="rId3">
            <a:alphaModFix/>
          </a:blip>
          <a:srcRect b="0" l="0" r="37757" t="0"/>
          <a:stretch/>
        </p:blipFill>
        <p:spPr>
          <a:xfrm rot="10800000">
            <a:off x="0" y="921550"/>
            <a:ext cx="2485250" cy="3992800"/>
          </a:xfrm>
          <a:prstGeom prst="rect">
            <a:avLst/>
          </a:prstGeom>
          <a:noFill/>
          <a:ln>
            <a:noFill/>
          </a:ln>
        </p:spPr>
      </p:pic>
      <p:sp>
        <p:nvSpPr>
          <p:cNvPr id="196" name="Google Shape;196;p26"/>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97" name="Google Shape;197;p26"/>
          <p:cNvSpPr txBox="1"/>
          <p:nvPr>
            <p:ph idx="1" type="body"/>
          </p:nvPr>
        </p:nvSpPr>
        <p:spPr>
          <a:xfrm>
            <a:off x="461895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98" name="Google Shape;198;p26"/>
          <p:cNvSpPr txBox="1"/>
          <p:nvPr>
            <p:ph type="title"/>
          </p:nvPr>
        </p:nvSpPr>
        <p:spPr>
          <a:xfrm>
            <a:off x="461895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99" name="Google Shape;199;p26"/>
          <p:cNvSpPr/>
          <p:nvPr/>
        </p:nvSpPr>
        <p:spPr>
          <a:xfrm>
            <a:off x="0" y="0"/>
            <a:ext cx="4296549" cy="4588647"/>
          </a:xfrm>
          <a:custGeom>
            <a:rect b="b" l="l" r="r" t="t"/>
            <a:pathLst>
              <a:path extrusionOk="0" h="146112" w="136811">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00" name="Google Shape;200;p26"/>
          <p:cNvSpPr/>
          <p:nvPr>
            <p:ph idx="2" type="pic"/>
          </p:nvPr>
        </p:nvSpPr>
        <p:spPr>
          <a:xfrm>
            <a:off x="313800" y="460300"/>
            <a:ext cx="3702900" cy="4136100"/>
          </a:xfrm>
          <a:prstGeom prst="roundRect">
            <a:avLst>
              <a:gd fmla="val 6865" name="adj"/>
            </a:avLst>
          </a:prstGeom>
          <a:noFill/>
          <a:ln>
            <a:noFill/>
          </a:ln>
        </p:spPr>
      </p:sp>
      <p:sp>
        <p:nvSpPr>
          <p:cNvPr id="201" name="Google Shape;201;p26"/>
          <p:cNvSpPr/>
          <p:nvPr/>
        </p:nvSpPr>
        <p:spPr>
          <a:xfrm>
            <a:off x="-1692" y="0"/>
            <a:ext cx="1834577" cy="1066372"/>
          </a:xfrm>
          <a:custGeom>
            <a:rect b="b" l="l" r="r" t="t"/>
            <a:pathLst>
              <a:path extrusionOk="0" h="34863" w="59978">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02" name="Google Shape;202;p2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1"/>
                </a:solidFill>
                <a:latin typeface="Nunito Sans"/>
                <a:ea typeface="Nunito Sans"/>
                <a:cs typeface="Nunito Sans"/>
                <a:sym typeface="Nunito Sans"/>
              </a:rPr>
              <a:t>‹#›</a:t>
            </a:fld>
            <a:endParaRPr sz="700">
              <a:solidFill>
                <a:schemeClr val="dk1"/>
              </a:solidFill>
              <a:latin typeface="Nunito Sans"/>
              <a:ea typeface="Nunito Sans"/>
              <a:cs typeface="Nunito Sans"/>
              <a:sym typeface="Nunito Sans"/>
            </a:endParaRPr>
          </a:p>
        </p:txBody>
      </p:sp>
      <p:sp>
        <p:nvSpPr>
          <p:cNvPr id="203" name="Google Shape;203;p26"/>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204" name="Shape 204"/>
        <p:cNvGrpSpPr/>
        <p:nvPr/>
      </p:nvGrpSpPr>
      <p:grpSpPr>
        <a:xfrm>
          <a:off x="0" y="0"/>
          <a:ext cx="0" cy="0"/>
          <a:chOff x="0" y="0"/>
          <a:chExt cx="0" cy="0"/>
        </a:xfrm>
      </p:grpSpPr>
      <p:pic>
        <p:nvPicPr>
          <p:cNvPr id="205" name="Google Shape;205;p27"/>
          <p:cNvPicPr preferRelativeResize="0"/>
          <p:nvPr/>
        </p:nvPicPr>
        <p:blipFill rotWithShape="1">
          <a:blip r:embed="rId2">
            <a:alphaModFix/>
          </a:blip>
          <a:srcRect b="50879" l="0" r="0" t="0"/>
          <a:stretch/>
        </p:blipFill>
        <p:spPr>
          <a:xfrm rot="10800000">
            <a:off x="4511648" y="-5102"/>
            <a:ext cx="3255127" cy="1598802"/>
          </a:xfrm>
          <a:prstGeom prst="rect">
            <a:avLst/>
          </a:prstGeom>
          <a:noFill/>
          <a:ln>
            <a:noFill/>
          </a:ln>
        </p:spPr>
      </p:pic>
      <p:sp>
        <p:nvSpPr>
          <p:cNvPr id="206" name="Google Shape;206;p27"/>
          <p:cNvSpPr/>
          <p:nvPr/>
        </p:nvSpPr>
        <p:spPr>
          <a:xfrm>
            <a:off x="5160582" y="11636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pic>
        <p:nvPicPr>
          <p:cNvPr id="207" name="Google Shape;207;p27"/>
          <p:cNvPicPr preferRelativeResize="0"/>
          <p:nvPr/>
        </p:nvPicPr>
        <p:blipFill rotWithShape="1">
          <a:blip r:embed="rId3">
            <a:alphaModFix/>
          </a:blip>
          <a:srcRect b="0" l="0" r="0" t="39965"/>
          <a:stretch/>
        </p:blipFill>
        <p:spPr>
          <a:xfrm rot="10800000">
            <a:off x="4410800" y="2763370"/>
            <a:ext cx="3992800" cy="2397126"/>
          </a:xfrm>
          <a:prstGeom prst="rect">
            <a:avLst/>
          </a:prstGeom>
          <a:noFill/>
          <a:ln>
            <a:noFill/>
          </a:ln>
        </p:spPr>
      </p:pic>
      <p:sp>
        <p:nvSpPr>
          <p:cNvPr id="208" name="Google Shape;208;p27"/>
          <p:cNvSpPr/>
          <p:nvPr/>
        </p:nvSpPr>
        <p:spPr>
          <a:xfrm>
            <a:off x="5269687" y="0"/>
            <a:ext cx="3874304" cy="2438400"/>
          </a:xfrm>
          <a:custGeom>
            <a:rect b="b" l="l" r="r" t="t"/>
            <a:pathLst>
              <a:path extrusionOk="0" h="76200" w="121072">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209" name="Google Shape;209;p27"/>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a:lvl1pPr>
            <a:lvl2pPr indent="-304800" lvl="1" marL="914400">
              <a:spcBef>
                <a:spcPts val="800"/>
              </a:spcBef>
              <a:spcAft>
                <a:spcPts val="0"/>
              </a:spcAft>
              <a:buClr>
                <a:schemeClr val="dk1"/>
              </a:buClr>
              <a:buSzPts val="1200"/>
              <a:buFont typeface="Nunito Sans"/>
              <a:buChar char="○"/>
              <a:defRPr/>
            </a:lvl2pPr>
            <a:lvl3pPr indent="-304800" lvl="2" marL="1371600">
              <a:spcBef>
                <a:spcPts val="800"/>
              </a:spcBef>
              <a:spcAft>
                <a:spcPts val="0"/>
              </a:spcAft>
              <a:buClr>
                <a:schemeClr val="dk1"/>
              </a:buClr>
              <a:buSzPts val="1200"/>
              <a:buFont typeface="Nunito Sans"/>
              <a:buChar char="■"/>
              <a:defRPr/>
            </a:lvl3pPr>
            <a:lvl4pPr indent="-304800" lvl="3" marL="1828800">
              <a:spcBef>
                <a:spcPts val="800"/>
              </a:spcBef>
              <a:spcAft>
                <a:spcPts val="0"/>
              </a:spcAft>
              <a:buClr>
                <a:schemeClr val="dk1"/>
              </a:buClr>
              <a:buSzPts val="1200"/>
              <a:buFont typeface="Nunito Sans"/>
              <a:buChar char="●"/>
              <a:defRPr/>
            </a:lvl4pPr>
            <a:lvl5pPr indent="-304800" lvl="4" marL="2286000">
              <a:spcBef>
                <a:spcPts val="800"/>
              </a:spcBef>
              <a:spcAft>
                <a:spcPts val="0"/>
              </a:spcAft>
              <a:buClr>
                <a:schemeClr val="dk1"/>
              </a:buClr>
              <a:buSzPts val="1200"/>
              <a:buFont typeface="Nunito Sans"/>
              <a:buChar char="○"/>
              <a:defRPr/>
            </a:lvl5pPr>
            <a:lvl6pPr indent="-304800" lvl="5" marL="2743200">
              <a:spcBef>
                <a:spcPts val="800"/>
              </a:spcBef>
              <a:spcAft>
                <a:spcPts val="0"/>
              </a:spcAft>
              <a:buClr>
                <a:schemeClr val="dk1"/>
              </a:buClr>
              <a:buSzPts val="1200"/>
              <a:buFont typeface="Nunito Sans"/>
              <a:buChar char="■"/>
              <a:defRPr/>
            </a:lvl6pPr>
            <a:lvl7pPr indent="-304800" lvl="6" marL="3200400">
              <a:spcBef>
                <a:spcPts val="800"/>
              </a:spcBef>
              <a:spcAft>
                <a:spcPts val="0"/>
              </a:spcAft>
              <a:buClr>
                <a:schemeClr val="dk1"/>
              </a:buClr>
              <a:buSzPts val="1200"/>
              <a:buFont typeface="Nunito Sans"/>
              <a:buChar char="●"/>
              <a:defRPr/>
            </a:lvl7pPr>
            <a:lvl8pPr indent="-304800" lvl="7" marL="3657600">
              <a:spcBef>
                <a:spcPts val="800"/>
              </a:spcBef>
              <a:spcAft>
                <a:spcPts val="0"/>
              </a:spcAft>
              <a:buClr>
                <a:schemeClr val="dk1"/>
              </a:buClr>
              <a:buSzPts val="1200"/>
              <a:buFont typeface="Nunito Sans"/>
              <a:buChar char="○"/>
              <a:defRPr/>
            </a:lvl8pPr>
            <a:lvl9pPr indent="-304800" lvl="8" marL="4114800">
              <a:spcBef>
                <a:spcPts val="800"/>
              </a:spcBef>
              <a:spcAft>
                <a:spcPts val="800"/>
              </a:spcAft>
              <a:buClr>
                <a:schemeClr val="dk1"/>
              </a:buClr>
              <a:buSzPts val="1200"/>
              <a:buFont typeface="Nunito Sans"/>
              <a:buChar char="■"/>
              <a:defRPr/>
            </a:lvl9pPr>
          </a:lstStyle>
          <a:p/>
        </p:txBody>
      </p:sp>
      <p:sp>
        <p:nvSpPr>
          <p:cNvPr id="210" name="Google Shape;210;p27"/>
          <p:cNvSpPr/>
          <p:nvPr>
            <p:ph idx="2" type="pic"/>
          </p:nvPr>
        </p:nvSpPr>
        <p:spPr>
          <a:xfrm>
            <a:off x="5212300" y="460300"/>
            <a:ext cx="3702900" cy="4136100"/>
          </a:xfrm>
          <a:prstGeom prst="roundRect">
            <a:avLst>
              <a:gd fmla="val 6865" name="adj"/>
            </a:avLst>
          </a:prstGeom>
          <a:noFill/>
          <a:ln>
            <a:noFill/>
          </a:ln>
        </p:spPr>
      </p:sp>
      <p:sp>
        <p:nvSpPr>
          <p:cNvPr id="211" name="Google Shape;211;p27"/>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12" name="Google Shape;212;p27"/>
          <p:cNvSpPr/>
          <p:nvPr/>
        </p:nvSpPr>
        <p:spPr>
          <a:xfrm>
            <a:off x="4680310" y="3856552"/>
            <a:ext cx="2576544" cy="1302560"/>
          </a:xfrm>
          <a:custGeom>
            <a:rect b="b" l="l" r="r" t="t"/>
            <a:pathLst>
              <a:path extrusionOk="0" h="40705" w="80517">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213" name="Google Shape;213;p2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214" name="Google Shape;214;p27"/>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spTree>
      <p:nvGrpSpPr>
        <p:cNvPr id="215" name="Shape 215"/>
        <p:cNvGrpSpPr/>
        <p:nvPr/>
      </p:nvGrpSpPr>
      <p:grpSpPr>
        <a:xfrm>
          <a:off x="0" y="0"/>
          <a:ext cx="0" cy="0"/>
          <a:chOff x="0" y="0"/>
          <a:chExt cx="0" cy="0"/>
        </a:xfrm>
      </p:grpSpPr>
      <p:sp>
        <p:nvSpPr>
          <p:cNvPr id="216" name="Google Shape;216;p28"/>
          <p:cNvSpPr txBox="1"/>
          <p:nvPr>
            <p:ph idx="1" type="subTitle"/>
          </p:nvPr>
        </p:nvSpPr>
        <p:spPr>
          <a:xfrm>
            <a:off x="228600"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7" name="Google Shape;217;p28"/>
          <p:cNvSpPr txBox="1"/>
          <p:nvPr>
            <p:ph idx="2" type="subTitle"/>
          </p:nvPr>
        </p:nvSpPr>
        <p:spPr>
          <a:xfrm>
            <a:off x="3156613"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8" name="Google Shape;218;p28"/>
          <p:cNvSpPr txBox="1"/>
          <p:nvPr>
            <p:ph idx="3" type="subTitle"/>
          </p:nvPr>
        </p:nvSpPr>
        <p:spPr>
          <a:xfrm>
            <a:off x="6084638"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9" name="Google Shape;219;p28"/>
          <p:cNvSpPr txBox="1"/>
          <p:nvPr>
            <p:ph idx="4" type="body"/>
          </p:nvPr>
        </p:nvSpPr>
        <p:spPr>
          <a:xfrm>
            <a:off x="228600" y="3133800"/>
            <a:ext cx="2834700" cy="722100"/>
          </a:xfrm>
          <a:prstGeom prst="rect">
            <a:avLst/>
          </a:prstGeom>
        </p:spPr>
        <p:txBody>
          <a:bodyPr anchorCtr="0" anchor="t" bIns="91425" lIns="274300" spcFirstLastPara="1" rIns="274300" wrap="square" tIns="91425">
            <a:noAutofit/>
          </a:bodyPr>
          <a:lstStyle>
            <a:lvl1pPr indent="-292100" lvl="0" marL="457200">
              <a:spcBef>
                <a:spcPts val="0"/>
              </a:spcBef>
              <a:spcAft>
                <a:spcPts val="0"/>
              </a:spcAft>
              <a:buSzPts val="1000"/>
              <a:buFont typeface="Nunito Sans"/>
              <a:buChar char="●"/>
              <a:defRPr sz="1000"/>
            </a:lvl1pPr>
            <a:lvl2pPr indent="-292100" lvl="1" marL="914400">
              <a:spcBef>
                <a:spcPts val="800"/>
              </a:spcBef>
              <a:spcAft>
                <a:spcPts val="0"/>
              </a:spcAft>
              <a:buSzPts val="1000"/>
              <a:buFont typeface="Nunito Sans"/>
              <a:buChar char="○"/>
              <a:defRPr sz="1000"/>
            </a:lvl2pPr>
            <a:lvl3pPr indent="-292100" lvl="2" marL="1371600">
              <a:spcBef>
                <a:spcPts val="800"/>
              </a:spcBef>
              <a:spcAft>
                <a:spcPts val="0"/>
              </a:spcAft>
              <a:buSzPts val="1000"/>
              <a:buFont typeface="Nunito Sans"/>
              <a:buChar char="■"/>
              <a:defRPr sz="1000"/>
            </a:lvl3pPr>
            <a:lvl4pPr indent="-292100" lvl="3" marL="1828800">
              <a:spcBef>
                <a:spcPts val="800"/>
              </a:spcBef>
              <a:spcAft>
                <a:spcPts val="0"/>
              </a:spcAft>
              <a:buSzPts val="1000"/>
              <a:buFont typeface="Nunito Sans"/>
              <a:buChar char="●"/>
              <a:defRPr sz="1000"/>
            </a:lvl4pPr>
            <a:lvl5pPr indent="-292100" lvl="4" marL="2286000">
              <a:spcBef>
                <a:spcPts val="800"/>
              </a:spcBef>
              <a:spcAft>
                <a:spcPts val="0"/>
              </a:spcAft>
              <a:buSzPts val="1000"/>
              <a:buFont typeface="Nunito Sans"/>
              <a:buChar char="○"/>
              <a:defRPr sz="1000"/>
            </a:lvl5pPr>
            <a:lvl6pPr indent="-292100" lvl="5" marL="2743200">
              <a:spcBef>
                <a:spcPts val="800"/>
              </a:spcBef>
              <a:spcAft>
                <a:spcPts val="0"/>
              </a:spcAft>
              <a:buSzPts val="1000"/>
              <a:buFont typeface="Nunito Sans"/>
              <a:buChar char="■"/>
              <a:defRPr sz="1000"/>
            </a:lvl6pPr>
            <a:lvl7pPr indent="-292100" lvl="6" marL="3200400">
              <a:spcBef>
                <a:spcPts val="800"/>
              </a:spcBef>
              <a:spcAft>
                <a:spcPts val="0"/>
              </a:spcAft>
              <a:buSzPts val="1000"/>
              <a:buFont typeface="Nunito Sans"/>
              <a:buChar char="●"/>
              <a:defRPr sz="1000"/>
            </a:lvl7pPr>
            <a:lvl8pPr indent="-292100" lvl="7" marL="3657600">
              <a:spcBef>
                <a:spcPts val="800"/>
              </a:spcBef>
              <a:spcAft>
                <a:spcPts val="0"/>
              </a:spcAft>
              <a:buSzPts val="1000"/>
              <a:buFont typeface="Nunito Sans"/>
              <a:buChar char="○"/>
              <a:defRPr sz="1000"/>
            </a:lvl8pPr>
            <a:lvl9pPr indent="-292100" lvl="8" marL="4114800">
              <a:spcBef>
                <a:spcPts val="800"/>
              </a:spcBef>
              <a:spcAft>
                <a:spcPts val="800"/>
              </a:spcAft>
              <a:buSzPts val="1000"/>
              <a:buFont typeface="Nunito Sans"/>
              <a:buChar char="■"/>
              <a:defRPr sz="1000"/>
            </a:lvl9pPr>
          </a:lstStyle>
          <a:p/>
        </p:txBody>
      </p:sp>
      <p:sp>
        <p:nvSpPr>
          <p:cNvPr id="220" name="Google Shape;220;p28"/>
          <p:cNvSpPr txBox="1"/>
          <p:nvPr>
            <p:ph idx="5" type="body"/>
          </p:nvPr>
        </p:nvSpPr>
        <p:spPr>
          <a:xfrm>
            <a:off x="3156613"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221" name="Google Shape;221;p28"/>
          <p:cNvSpPr txBox="1"/>
          <p:nvPr>
            <p:ph idx="6" type="body"/>
          </p:nvPr>
        </p:nvSpPr>
        <p:spPr>
          <a:xfrm>
            <a:off x="6084638"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222" name="Google Shape;222;p2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23" name="Google Shape;223;p2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24" name="Google Shape;224;p28"/>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2_1_2">
    <p:spTree>
      <p:nvGrpSpPr>
        <p:cNvPr id="225" name="Shape 225"/>
        <p:cNvGrpSpPr/>
        <p:nvPr/>
      </p:nvGrpSpPr>
      <p:grpSpPr>
        <a:xfrm>
          <a:off x="0" y="0"/>
          <a:ext cx="0" cy="0"/>
          <a:chOff x="0" y="0"/>
          <a:chExt cx="0" cy="0"/>
        </a:xfrm>
      </p:grpSpPr>
      <p:pic>
        <p:nvPicPr>
          <p:cNvPr id="226" name="Google Shape;226;p29"/>
          <p:cNvPicPr preferRelativeResize="0"/>
          <p:nvPr/>
        </p:nvPicPr>
        <p:blipFill rotWithShape="1">
          <a:blip r:embed="rId2">
            <a:alphaModFix/>
          </a:blip>
          <a:srcRect b="0" l="534" r="13408" t="71891"/>
          <a:stretch/>
        </p:blipFill>
        <p:spPr>
          <a:xfrm>
            <a:off x="4561500" y="0"/>
            <a:ext cx="4582502" cy="1496699"/>
          </a:xfrm>
          <a:prstGeom prst="rect">
            <a:avLst/>
          </a:prstGeom>
          <a:noFill/>
          <a:ln>
            <a:noFill/>
          </a:ln>
        </p:spPr>
      </p:pic>
      <p:sp>
        <p:nvSpPr>
          <p:cNvPr id="227" name="Google Shape;227;p29"/>
          <p:cNvSpPr txBox="1"/>
          <p:nvPr>
            <p:ph idx="1" type="body"/>
          </p:nvPr>
        </p:nvSpPr>
        <p:spPr>
          <a:xfrm>
            <a:off x="3154650" y="3337800"/>
            <a:ext cx="2834700" cy="1346100"/>
          </a:xfrm>
          <a:prstGeom prst="rect">
            <a:avLst/>
          </a:prstGeom>
        </p:spPr>
        <p:txBody>
          <a:bodyPr anchorCtr="0" anchor="t" bIns="91425" lIns="91425" spcFirstLastPara="1" rIns="91425" wrap="square" tIns="91425">
            <a:spAutoFit/>
          </a:bodyPr>
          <a:lstStyle>
            <a:lvl1pPr indent="-285750" lvl="0" marL="457200">
              <a:lnSpc>
                <a:spcPct val="100000"/>
              </a:lnSpc>
              <a:spcBef>
                <a:spcPts val="0"/>
              </a:spcBef>
              <a:spcAft>
                <a:spcPts val="0"/>
              </a:spcAft>
              <a:buSzPts val="900"/>
              <a:buFont typeface="Nunito Sans"/>
              <a:buChar char="●"/>
              <a:defRPr sz="900"/>
            </a:lvl1pPr>
            <a:lvl2pPr indent="-285750" lvl="1" marL="914400">
              <a:lnSpc>
                <a:spcPct val="100000"/>
              </a:lnSpc>
              <a:spcBef>
                <a:spcPts val="0"/>
              </a:spcBef>
              <a:spcAft>
                <a:spcPts val="0"/>
              </a:spcAft>
              <a:buSzPts val="900"/>
              <a:buFont typeface="Nunito Sans"/>
              <a:buChar char="○"/>
              <a:defRPr sz="900"/>
            </a:lvl2pPr>
            <a:lvl3pPr indent="-285750" lvl="2" marL="1371600">
              <a:lnSpc>
                <a:spcPct val="100000"/>
              </a:lnSpc>
              <a:spcBef>
                <a:spcPts val="0"/>
              </a:spcBef>
              <a:spcAft>
                <a:spcPts val="0"/>
              </a:spcAft>
              <a:buSzPts val="900"/>
              <a:buFont typeface="Nunito Sans"/>
              <a:buChar char="■"/>
              <a:defRPr sz="900"/>
            </a:lvl3pPr>
            <a:lvl4pPr indent="-285750" lvl="3" marL="1828800">
              <a:lnSpc>
                <a:spcPct val="100000"/>
              </a:lnSpc>
              <a:spcBef>
                <a:spcPts val="0"/>
              </a:spcBef>
              <a:spcAft>
                <a:spcPts val="0"/>
              </a:spcAft>
              <a:buSzPts val="900"/>
              <a:buFont typeface="Nunito Sans"/>
              <a:buChar char="●"/>
              <a:defRPr sz="900"/>
            </a:lvl4pPr>
            <a:lvl5pPr indent="-285750" lvl="4" marL="2286000">
              <a:lnSpc>
                <a:spcPct val="100000"/>
              </a:lnSpc>
              <a:spcBef>
                <a:spcPts val="0"/>
              </a:spcBef>
              <a:spcAft>
                <a:spcPts val="0"/>
              </a:spcAft>
              <a:buSzPts val="900"/>
              <a:buFont typeface="Nunito Sans"/>
              <a:buChar char="○"/>
              <a:defRPr sz="900"/>
            </a:lvl5pPr>
            <a:lvl6pPr indent="-285750" lvl="5" marL="2743200">
              <a:lnSpc>
                <a:spcPct val="100000"/>
              </a:lnSpc>
              <a:spcBef>
                <a:spcPts val="0"/>
              </a:spcBef>
              <a:spcAft>
                <a:spcPts val="0"/>
              </a:spcAft>
              <a:buSzPts val="900"/>
              <a:buFont typeface="Nunito Sans"/>
              <a:buChar char="■"/>
              <a:defRPr sz="900"/>
            </a:lvl6pPr>
            <a:lvl7pPr indent="-285750" lvl="6" marL="3200400">
              <a:lnSpc>
                <a:spcPct val="100000"/>
              </a:lnSpc>
              <a:spcBef>
                <a:spcPts val="0"/>
              </a:spcBef>
              <a:spcAft>
                <a:spcPts val="0"/>
              </a:spcAft>
              <a:buSzPts val="900"/>
              <a:buFont typeface="Nunito Sans"/>
              <a:buChar char="●"/>
              <a:defRPr sz="900"/>
            </a:lvl7pPr>
            <a:lvl8pPr indent="-285750" lvl="7" marL="3657600">
              <a:lnSpc>
                <a:spcPct val="100000"/>
              </a:lnSpc>
              <a:spcBef>
                <a:spcPts val="0"/>
              </a:spcBef>
              <a:spcAft>
                <a:spcPts val="0"/>
              </a:spcAft>
              <a:buSzPts val="900"/>
              <a:buFont typeface="Nunito Sans"/>
              <a:buChar char="○"/>
              <a:defRPr sz="900"/>
            </a:lvl8pPr>
            <a:lvl9pPr indent="-285750" lvl="8" marL="4114800">
              <a:lnSpc>
                <a:spcPct val="100000"/>
              </a:lnSpc>
              <a:spcBef>
                <a:spcPts val="0"/>
              </a:spcBef>
              <a:spcAft>
                <a:spcPts val="0"/>
              </a:spcAft>
              <a:buSzPts val="900"/>
              <a:buFont typeface="Nunito Sans"/>
              <a:buChar char="■"/>
              <a:defRPr sz="900"/>
            </a:lvl9pPr>
          </a:lstStyle>
          <a:p/>
        </p:txBody>
      </p:sp>
      <p:sp>
        <p:nvSpPr>
          <p:cNvPr id="228" name="Google Shape;228;p29"/>
          <p:cNvSpPr txBox="1"/>
          <p:nvPr>
            <p:ph idx="2" type="body"/>
          </p:nvPr>
        </p:nvSpPr>
        <p:spPr>
          <a:xfrm>
            <a:off x="2286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229" name="Google Shape;229;p29"/>
          <p:cNvSpPr txBox="1"/>
          <p:nvPr>
            <p:ph idx="3" type="body"/>
          </p:nvPr>
        </p:nvSpPr>
        <p:spPr>
          <a:xfrm>
            <a:off x="60807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230" name="Google Shape;230;p29"/>
          <p:cNvSpPr txBox="1"/>
          <p:nvPr>
            <p:ph type="title"/>
          </p:nvPr>
        </p:nvSpPr>
        <p:spPr>
          <a:xfrm>
            <a:off x="1877050" y="1578774"/>
            <a:ext cx="30030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1400">
                <a:solidFill>
                  <a:schemeClr val="accent1"/>
                </a:solidFill>
                <a:latin typeface="Poppins SemiBold"/>
                <a:ea typeface="Poppins SemiBold"/>
                <a:cs typeface="Poppins SemiBold"/>
                <a:sym typeface="Poppins SemiBold"/>
              </a:defRPr>
            </a:lvl1pPr>
            <a:lvl2pPr lvl="1">
              <a:spcBef>
                <a:spcPts val="0"/>
              </a:spcBef>
              <a:spcAft>
                <a:spcPts val="0"/>
              </a:spcAft>
              <a:buNone/>
              <a:defRPr sz="2000">
                <a:solidFill>
                  <a:schemeClr val="accent1"/>
                </a:solidFill>
                <a:latin typeface="Poppins SemiBold"/>
                <a:ea typeface="Poppins SemiBold"/>
                <a:cs typeface="Poppins SemiBold"/>
                <a:sym typeface="Poppins SemiBold"/>
              </a:defRPr>
            </a:lvl2pPr>
            <a:lvl3pPr lvl="2">
              <a:spcBef>
                <a:spcPts val="0"/>
              </a:spcBef>
              <a:spcAft>
                <a:spcPts val="0"/>
              </a:spcAft>
              <a:buNone/>
              <a:defRPr sz="2000">
                <a:solidFill>
                  <a:schemeClr val="accent1"/>
                </a:solidFill>
                <a:latin typeface="Poppins SemiBold"/>
                <a:ea typeface="Poppins SemiBold"/>
                <a:cs typeface="Poppins SemiBold"/>
                <a:sym typeface="Poppins SemiBold"/>
              </a:defRPr>
            </a:lvl3pPr>
            <a:lvl4pPr lvl="3">
              <a:spcBef>
                <a:spcPts val="0"/>
              </a:spcBef>
              <a:spcAft>
                <a:spcPts val="0"/>
              </a:spcAft>
              <a:buNone/>
              <a:defRPr sz="2000">
                <a:solidFill>
                  <a:schemeClr val="accent1"/>
                </a:solidFill>
                <a:latin typeface="Poppins SemiBold"/>
                <a:ea typeface="Poppins SemiBold"/>
                <a:cs typeface="Poppins SemiBold"/>
                <a:sym typeface="Poppins SemiBold"/>
              </a:defRPr>
            </a:lvl4pPr>
            <a:lvl5pPr lvl="4">
              <a:spcBef>
                <a:spcPts val="0"/>
              </a:spcBef>
              <a:spcAft>
                <a:spcPts val="0"/>
              </a:spcAft>
              <a:buNone/>
              <a:defRPr sz="2000">
                <a:solidFill>
                  <a:schemeClr val="accent1"/>
                </a:solidFill>
                <a:latin typeface="Poppins SemiBold"/>
                <a:ea typeface="Poppins SemiBold"/>
                <a:cs typeface="Poppins SemiBold"/>
                <a:sym typeface="Poppins SemiBold"/>
              </a:defRPr>
            </a:lvl5pPr>
            <a:lvl6pPr lvl="5">
              <a:spcBef>
                <a:spcPts val="0"/>
              </a:spcBef>
              <a:spcAft>
                <a:spcPts val="0"/>
              </a:spcAft>
              <a:buNone/>
              <a:defRPr sz="2000">
                <a:solidFill>
                  <a:schemeClr val="accent1"/>
                </a:solidFill>
                <a:latin typeface="Poppins SemiBold"/>
                <a:ea typeface="Poppins SemiBold"/>
                <a:cs typeface="Poppins SemiBold"/>
                <a:sym typeface="Poppins SemiBold"/>
              </a:defRPr>
            </a:lvl6pPr>
            <a:lvl7pPr lvl="6">
              <a:spcBef>
                <a:spcPts val="0"/>
              </a:spcBef>
              <a:spcAft>
                <a:spcPts val="0"/>
              </a:spcAft>
              <a:buNone/>
              <a:defRPr sz="2000">
                <a:solidFill>
                  <a:schemeClr val="accent1"/>
                </a:solidFill>
                <a:latin typeface="Poppins SemiBold"/>
                <a:ea typeface="Poppins SemiBold"/>
                <a:cs typeface="Poppins SemiBold"/>
                <a:sym typeface="Poppins SemiBold"/>
              </a:defRPr>
            </a:lvl7pPr>
            <a:lvl8pPr lvl="7">
              <a:spcBef>
                <a:spcPts val="0"/>
              </a:spcBef>
              <a:spcAft>
                <a:spcPts val="0"/>
              </a:spcAft>
              <a:buNone/>
              <a:defRPr sz="2000">
                <a:solidFill>
                  <a:schemeClr val="accent1"/>
                </a:solidFill>
                <a:latin typeface="Poppins SemiBold"/>
                <a:ea typeface="Poppins SemiBold"/>
                <a:cs typeface="Poppins SemiBold"/>
                <a:sym typeface="Poppins SemiBold"/>
              </a:defRPr>
            </a:lvl8pPr>
            <a:lvl9pPr lvl="8">
              <a:spcBef>
                <a:spcPts val="0"/>
              </a:spcBef>
              <a:spcAft>
                <a:spcPts val="0"/>
              </a:spcAft>
              <a:buNone/>
              <a:defRPr sz="2000">
                <a:solidFill>
                  <a:schemeClr val="accent1"/>
                </a:solidFill>
                <a:latin typeface="Poppins SemiBold"/>
                <a:ea typeface="Poppins SemiBold"/>
                <a:cs typeface="Poppins SemiBold"/>
                <a:sym typeface="Poppins SemiBold"/>
              </a:defRPr>
            </a:lvl9pPr>
          </a:lstStyle>
          <a:p/>
        </p:txBody>
      </p:sp>
      <p:sp>
        <p:nvSpPr>
          <p:cNvPr id="231" name="Google Shape;231;p29"/>
          <p:cNvSpPr txBox="1"/>
          <p:nvPr>
            <p:ph idx="4" type="title"/>
          </p:nvPr>
        </p:nvSpPr>
        <p:spPr>
          <a:xfrm>
            <a:off x="1877050" y="1944332"/>
            <a:ext cx="3598500" cy="742200"/>
          </a:xfrm>
          <a:prstGeom prst="rect">
            <a:avLst/>
          </a:prstGeom>
        </p:spPr>
        <p:txBody>
          <a:bodyPr anchorCtr="0" anchor="t" bIns="91425" lIns="91425" spcFirstLastPara="1" rIns="91425" wrap="square" tIns="91425">
            <a:spAutoFit/>
          </a:bodyPr>
          <a:lstStyle>
            <a:lvl1pPr lvl="0">
              <a:spcBef>
                <a:spcPts val="0"/>
              </a:spcBef>
              <a:spcAft>
                <a:spcPts val="0"/>
              </a:spcAft>
              <a:buNone/>
              <a:defRPr b="0" sz="1200">
                <a:latin typeface="Nunito Sans"/>
                <a:ea typeface="Nunito Sans"/>
                <a:cs typeface="Nunito Sans"/>
                <a:sym typeface="Nunito Sans"/>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32" name="Google Shape;232;p29"/>
          <p:cNvSpPr/>
          <p:nvPr>
            <p:ph idx="5" type="pic"/>
          </p:nvPr>
        </p:nvSpPr>
        <p:spPr>
          <a:xfrm>
            <a:off x="309350" y="1425725"/>
            <a:ext cx="1409700" cy="1409700"/>
          </a:xfrm>
          <a:prstGeom prst="roundRect">
            <a:avLst>
              <a:gd fmla="val 16667" name="adj"/>
            </a:avLst>
          </a:prstGeom>
          <a:noFill/>
          <a:ln>
            <a:noFill/>
          </a:ln>
        </p:spPr>
      </p:sp>
      <p:pic>
        <p:nvPicPr>
          <p:cNvPr id="233" name="Google Shape;233;p29"/>
          <p:cNvPicPr preferRelativeResize="0"/>
          <p:nvPr/>
        </p:nvPicPr>
        <p:blipFill rotWithShape="1">
          <a:blip r:embed="rId3">
            <a:alphaModFix/>
          </a:blip>
          <a:srcRect b="0" l="0" r="49117" t="49683"/>
          <a:stretch/>
        </p:blipFill>
        <p:spPr>
          <a:xfrm>
            <a:off x="7392192" y="-1"/>
            <a:ext cx="1751812" cy="1732300"/>
          </a:xfrm>
          <a:prstGeom prst="rect">
            <a:avLst/>
          </a:prstGeom>
          <a:noFill/>
          <a:ln>
            <a:noFill/>
          </a:ln>
        </p:spPr>
      </p:pic>
      <p:sp>
        <p:nvSpPr>
          <p:cNvPr id="234" name="Google Shape;234;p29"/>
          <p:cNvSpPr txBox="1"/>
          <p:nvPr>
            <p:ph idx="6" type="title"/>
          </p:nvPr>
        </p:nvSpPr>
        <p:spPr>
          <a:xfrm>
            <a:off x="228600" y="228600"/>
            <a:ext cx="5760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235" name="Google Shape;235;p29"/>
          <p:cNvSpPr/>
          <p:nvPr/>
        </p:nvSpPr>
        <p:spPr>
          <a:xfrm>
            <a:off x="7302102" y="-1"/>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36" name="Google Shape;236;p2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7" name="Google Shape;237;p29"/>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2">
    <p:spTree>
      <p:nvGrpSpPr>
        <p:cNvPr id="238" name="Shape 238"/>
        <p:cNvGrpSpPr/>
        <p:nvPr/>
      </p:nvGrpSpPr>
      <p:grpSpPr>
        <a:xfrm>
          <a:off x="0" y="0"/>
          <a:ext cx="0" cy="0"/>
          <a:chOff x="0" y="0"/>
          <a:chExt cx="0" cy="0"/>
        </a:xfrm>
      </p:grpSpPr>
      <p:pic>
        <p:nvPicPr>
          <p:cNvPr id="239" name="Google Shape;239;p30"/>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40" name="Google Shape;240;p30"/>
          <p:cNvSpPr txBox="1"/>
          <p:nvPr>
            <p:ph idx="1" type="body"/>
          </p:nvPr>
        </p:nvSpPr>
        <p:spPr>
          <a:xfrm>
            <a:off x="1238400"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1" name="Google Shape;241;p30"/>
          <p:cNvSpPr txBox="1"/>
          <p:nvPr>
            <p:ph idx="2" type="body"/>
          </p:nvPr>
        </p:nvSpPr>
        <p:spPr>
          <a:xfrm>
            <a:off x="2459068"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2" name="Google Shape;242;p30"/>
          <p:cNvSpPr txBox="1"/>
          <p:nvPr>
            <p:ph idx="3" type="body"/>
          </p:nvPr>
        </p:nvSpPr>
        <p:spPr>
          <a:xfrm>
            <a:off x="3833097"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3" name="Google Shape;243;p30"/>
          <p:cNvSpPr txBox="1"/>
          <p:nvPr>
            <p:ph idx="4" type="body"/>
          </p:nvPr>
        </p:nvSpPr>
        <p:spPr>
          <a:xfrm>
            <a:off x="5053765"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4" name="Google Shape;244;p30"/>
          <p:cNvSpPr txBox="1"/>
          <p:nvPr>
            <p:ph idx="5" type="body"/>
          </p:nvPr>
        </p:nvSpPr>
        <p:spPr>
          <a:xfrm>
            <a:off x="6427794"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5" name="Google Shape;245;p30"/>
          <p:cNvSpPr txBox="1"/>
          <p:nvPr>
            <p:ph idx="6" type="body"/>
          </p:nvPr>
        </p:nvSpPr>
        <p:spPr>
          <a:xfrm>
            <a:off x="7648462"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6" name="Google Shape;246;p30"/>
          <p:cNvSpPr txBox="1"/>
          <p:nvPr>
            <p:ph idx="7" type="body"/>
          </p:nvPr>
        </p:nvSpPr>
        <p:spPr>
          <a:xfrm>
            <a:off x="6399275"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7" name="Google Shape;247;p30"/>
          <p:cNvSpPr txBox="1"/>
          <p:nvPr>
            <p:ph idx="8" type="body"/>
          </p:nvPr>
        </p:nvSpPr>
        <p:spPr>
          <a:xfrm>
            <a:off x="6399275"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8" name="Google Shape;248;p30"/>
          <p:cNvSpPr txBox="1"/>
          <p:nvPr>
            <p:ph idx="9" type="body"/>
          </p:nvPr>
        </p:nvSpPr>
        <p:spPr>
          <a:xfrm>
            <a:off x="3833097"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9" name="Google Shape;249;p30"/>
          <p:cNvSpPr txBox="1"/>
          <p:nvPr>
            <p:ph idx="13" type="body"/>
          </p:nvPr>
        </p:nvSpPr>
        <p:spPr>
          <a:xfrm>
            <a:off x="3833097" y="3502850"/>
            <a:ext cx="2463900" cy="658800"/>
          </a:xfrm>
          <a:prstGeom prst="rect">
            <a:avLst/>
          </a:prstGeom>
        </p:spPr>
        <p:txBody>
          <a:bodyPr anchorCtr="0" anchor="t" bIns="91425" lIns="91425" spcFirstLastPara="1" rIns="91425" wrap="square" tIns="91425">
            <a:spAutoFit/>
          </a:bodyPr>
          <a:lstStyle>
            <a:lvl1pPr indent="-269875" lvl="0" marL="457200">
              <a:spcBef>
                <a:spcPts val="0"/>
              </a:spcBef>
              <a:spcAft>
                <a:spcPts val="0"/>
              </a:spcAft>
              <a:buSzPts val="650"/>
              <a:buFont typeface="Nunito Sans"/>
              <a:buChar char="●"/>
              <a:defRPr sz="650"/>
            </a:lvl1pPr>
            <a:lvl2pPr indent="-269875" lvl="1" marL="914400">
              <a:spcBef>
                <a:spcPts val="0"/>
              </a:spcBef>
              <a:spcAft>
                <a:spcPts val="0"/>
              </a:spcAft>
              <a:buSzPts val="650"/>
              <a:buFont typeface="Nunito Sans"/>
              <a:buChar char="○"/>
              <a:defRPr sz="650"/>
            </a:lvl2pPr>
            <a:lvl3pPr indent="-269875" lvl="2" marL="1371600">
              <a:spcBef>
                <a:spcPts val="0"/>
              </a:spcBef>
              <a:spcAft>
                <a:spcPts val="0"/>
              </a:spcAft>
              <a:buSzPts val="650"/>
              <a:buFont typeface="Nunito Sans"/>
              <a:buChar char="■"/>
              <a:defRPr sz="650"/>
            </a:lvl3pPr>
            <a:lvl4pPr indent="-269875" lvl="3" marL="1828800">
              <a:spcBef>
                <a:spcPts val="0"/>
              </a:spcBef>
              <a:spcAft>
                <a:spcPts val="0"/>
              </a:spcAft>
              <a:buSzPts val="650"/>
              <a:buFont typeface="Nunito Sans"/>
              <a:buChar char="●"/>
              <a:defRPr sz="650"/>
            </a:lvl4pPr>
            <a:lvl5pPr indent="-269875" lvl="4" marL="2286000">
              <a:spcBef>
                <a:spcPts val="0"/>
              </a:spcBef>
              <a:spcAft>
                <a:spcPts val="0"/>
              </a:spcAft>
              <a:buSzPts val="650"/>
              <a:buFont typeface="Nunito Sans"/>
              <a:buChar char="○"/>
              <a:defRPr sz="650"/>
            </a:lvl5pPr>
            <a:lvl6pPr indent="-269875" lvl="5" marL="2743200">
              <a:spcBef>
                <a:spcPts val="0"/>
              </a:spcBef>
              <a:spcAft>
                <a:spcPts val="0"/>
              </a:spcAft>
              <a:buSzPts val="650"/>
              <a:buFont typeface="Nunito Sans"/>
              <a:buChar char="■"/>
              <a:defRPr sz="650"/>
            </a:lvl6pPr>
            <a:lvl7pPr indent="-269875" lvl="6" marL="3200400">
              <a:spcBef>
                <a:spcPts val="0"/>
              </a:spcBef>
              <a:spcAft>
                <a:spcPts val="0"/>
              </a:spcAft>
              <a:buSzPts val="650"/>
              <a:buFont typeface="Nunito Sans"/>
              <a:buChar char="●"/>
              <a:defRPr sz="650"/>
            </a:lvl7pPr>
            <a:lvl8pPr indent="-269875" lvl="7" marL="3657600">
              <a:spcBef>
                <a:spcPts val="0"/>
              </a:spcBef>
              <a:spcAft>
                <a:spcPts val="0"/>
              </a:spcAft>
              <a:buSzPts val="650"/>
              <a:buFont typeface="Nunito Sans"/>
              <a:buChar char="○"/>
              <a:defRPr sz="650"/>
            </a:lvl8pPr>
            <a:lvl9pPr indent="-269875" lvl="8" marL="4114800">
              <a:spcBef>
                <a:spcPts val="0"/>
              </a:spcBef>
              <a:spcAft>
                <a:spcPts val="0"/>
              </a:spcAft>
              <a:buSzPts val="650"/>
              <a:buFont typeface="Nunito Sans"/>
              <a:buChar char="■"/>
              <a:defRPr sz="650"/>
            </a:lvl9pPr>
          </a:lstStyle>
          <a:p/>
        </p:txBody>
      </p:sp>
      <p:sp>
        <p:nvSpPr>
          <p:cNvPr id="250" name="Google Shape;250;p30"/>
          <p:cNvSpPr txBox="1"/>
          <p:nvPr>
            <p:ph idx="14" type="body"/>
          </p:nvPr>
        </p:nvSpPr>
        <p:spPr>
          <a:xfrm>
            <a:off x="3833097"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1" name="Google Shape;251;p30"/>
          <p:cNvSpPr txBox="1"/>
          <p:nvPr>
            <p:ph idx="15" type="body"/>
          </p:nvPr>
        </p:nvSpPr>
        <p:spPr>
          <a:xfrm>
            <a:off x="1238400"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2" name="Google Shape;252;p30"/>
          <p:cNvSpPr txBox="1"/>
          <p:nvPr>
            <p:ph idx="16" type="body"/>
          </p:nvPr>
        </p:nvSpPr>
        <p:spPr>
          <a:xfrm>
            <a:off x="1238400"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3" name="Google Shape;253;p30"/>
          <p:cNvSpPr txBox="1"/>
          <p:nvPr>
            <p:ph idx="17" type="body"/>
          </p:nvPr>
        </p:nvSpPr>
        <p:spPr>
          <a:xfrm>
            <a:off x="1238400"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4" name="Google Shape;254;p30"/>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55" name="Google Shape;255;p30"/>
          <p:cNvSpPr txBox="1"/>
          <p:nvPr>
            <p:ph idx="18" type="title"/>
          </p:nvPr>
        </p:nvSpPr>
        <p:spPr>
          <a:xfrm>
            <a:off x="228600" y="2817305"/>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6" name="Google Shape;256;p30"/>
          <p:cNvSpPr txBox="1"/>
          <p:nvPr>
            <p:ph idx="19" type="title"/>
          </p:nvPr>
        </p:nvSpPr>
        <p:spPr>
          <a:xfrm>
            <a:off x="228600" y="1887327"/>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7" name="Google Shape;257;p30"/>
          <p:cNvSpPr txBox="1"/>
          <p:nvPr>
            <p:ph idx="20" type="title"/>
          </p:nvPr>
        </p:nvSpPr>
        <p:spPr>
          <a:xfrm>
            <a:off x="228600" y="131227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8" name="Google Shape;258;p30"/>
          <p:cNvSpPr txBox="1"/>
          <p:nvPr>
            <p:ph idx="21" type="title"/>
          </p:nvPr>
        </p:nvSpPr>
        <p:spPr>
          <a:xfrm>
            <a:off x="228600" y="924550"/>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9" name="Google Shape;259;p30"/>
          <p:cNvSpPr txBox="1"/>
          <p:nvPr>
            <p:ph idx="22" type="title"/>
          </p:nvPr>
        </p:nvSpPr>
        <p:spPr>
          <a:xfrm>
            <a:off x="228600" y="350930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60" name="Google Shape;260;p30"/>
          <p:cNvSpPr txBox="1"/>
          <p:nvPr>
            <p:ph idx="23" type="title"/>
          </p:nvPr>
        </p:nvSpPr>
        <p:spPr>
          <a:xfrm>
            <a:off x="228600" y="4189724"/>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61" name="Google Shape;261;p30"/>
          <p:cNvSpPr txBox="1"/>
          <p:nvPr>
            <p:ph idx="24" type="subTitle"/>
          </p:nvPr>
        </p:nvSpPr>
        <p:spPr>
          <a:xfrm>
            <a:off x="1430832"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2" name="Google Shape;262;p30"/>
          <p:cNvSpPr txBox="1"/>
          <p:nvPr>
            <p:ph idx="25" type="subTitle"/>
          </p:nvPr>
        </p:nvSpPr>
        <p:spPr>
          <a:xfrm>
            <a:off x="4025506"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3" name="Google Shape;263;p30"/>
          <p:cNvSpPr txBox="1"/>
          <p:nvPr>
            <p:ph idx="26" type="body"/>
          </p:nvPr>
        </p:nvSpPr>
        <p:spPr>
          <a:xfrm>
            <a:off x="6399275"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64" name="Google Shape;264;p30"/>
          <p:cNvSpPr txBox="1"/>
          <p:nvPr>
            <p:ph idx="27" type="subTitle"/>
          </p:nvPr>
        </p:nvSpPr>
        <p:spPr>
          <a:xfrm>
            <a:off x="6620203"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5" name="Google Shape;265;p3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66" name="Google Shape;266;p30"/>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BLANK_1_1_1_1_2_1_2_1">
    <p:spTree>
      <p:nvGrpSpPr>
        <p:cNvPr id="267" name="Shape 267"/>
        <p:cNvGrpSpPr/>
        <p:nvPr/>
      </p:nvGrpSpPr>
      <p:grpSpPr>
        <a:xfrm>
          <a:off x="0" y="0"/>
          <a:ext cx="0" cy="0"/>
          <a:chOff x="0" y="0"/>
          <a:chExt cx="0" cy="0"/>
        </a:xfrm>
      </p:grpSpPr>
      <p:pic>
        <p:nvPicPr>
          <p:cNvPr id="268" name="Google Shape;268;p31"/>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69" name="Google Shape;269;p31"/>
          <p:cNvSpPr txBox="1"/>
          <p:nvPr>
            <p:ph idx="1" type="body"/>
          </p:nvPr>
        </p:nvSpPr>
        <p:spPr>
          <a:xfrm>
            <a:off x="6080825" y="2545247"/>
            <a:ext cx="2834700" cy="7038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70" name="Google Shape;270;p31"/>
          <p:cNvSpPr txBox="1"/>
          <p:nvPr>
            <p:ph type="title"/>
          </p:nvPr>
        </p:nvSpPr>
        <p:spPr>
          <a:xfrm>
            <a:off x="6080825" y="222820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71" name="Google Shape;271;p31"/>
          <p:cNvSpPr txBox="1"/>
          <p:nvPr>
            <p:ph idx="2" type="body"/>
          </p:nvPr>
        </p:nvSpPr>
        <p:spPr>
          <a:xfrm>
            <a:off x="6080825" y="3561500"/>
            <a:ext cx="2834700" cy="7038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dk1"/>
              </a:buClr>
              <a:buSzPts val="1000"/>
              <a:buFont typeface="Nunito Sans"/>
              <a:buChar char="●"/>
              <a:defRPr sz="1000"/>
            </a:lvl1pPr>
            <a:lvl2pPr indent="-292100" lvl="1" marL="914400">
              <a:spcBef>
                <a:spcPts val="0"/>
              </a:spcBef>
              <a:spcAft>
                <a:spcPts val="0"/>
              </a:spcAft>
              <a:buClr>
                <a:schemeClr val="dk1"/>
              </a:buClr>
              <a:buSzPts val="1000"/>
              <a:buFont typeface="Nunito Sans"/>
              <a:buChar char="○"/>
              <a:defRPr sz="1000"/>
            </a:lvl2pPr>
            <a:lvl3pPr indent="-292100" lvl="2" marL="1371600">
              <a:spcBef>
                <a:spcPts val="0"/>
              </a:spcBef>
              <a:spcAft>
                <a:spcPts val="0"/>
              </a:spcAft>
              <a:buClr>
                <a:schemeClr val="dk1"/>
              </a:buClr>
              <a:buSzPts val="1000"/>
              <a:buFont typeface="Nunito Sans"/>
              <a:buChar char="■"/>
              <a:defRPr sz="1000"/>
            </a:lvl3pPr>
            <a:lvl4pPr indent="-292100" lvl="3" marL="1828800">
              <a:spcBef>
                <a:spcPts val="0"/>
              </a:spcBef>
              <a:spcAft>
                <a:spcPts val="0"/>
              </a:spcAft>
              <a:buClr>
                <a:schemeClr val="dk1"/>
              </a:buClr>
              <a:buSzPts val="1000"/>
              <a:buFont typeface="Nunito Sans"/>
              <a:buChar char="●"/>
              <a:defRPr sz="1000"/>
            </a:lvl4pPr>
            <a:lvl5pPr indent="-292100" lvl="4" marL="2286000">
              <a:spcBef>
                <a:spcPts val="0"/>
              </a:spcBef>
              <a:spcAft>
                <a:spcPts val="0"/>
              </a:spcAft>
              <a:buClr>
                <a:schemeClr val="dk1"/>
              </a:buClr>
              <a:buSzPts val="1000"/>
              <a:buFont typeface="Nunito Sans"/>
              <a:buChar char="○"/>
              <a:defRPr sz="1000"/>
            </a:lvl5pPr>
            <a:lvl6pPr indent="-292100" lvl="5" marL="2743200">
              <a:spcBef>
                <a:spcPts val="0"/>
              </a:spcBef>
              <a:spcAft>
                <a:spcPts val="0"/>
              </a:spcAft>
              <a:buClr>
                <a:schemeClr val="dk1"/>
              </a:buClr>
              <a:buSzPts val="1000"/>
              <a:buFont typeface="Nunito Sans"/>
              <a:buChar char="■"/>
              <a:defRPr sz="1000"/>
            </a:lvl6pPr>
            <a:lvl7pPr indent="-292100" lvl="6" marL="3200400">
              <a:spcBef>
                <a:spcPts val="0"/>
              </a:spcBef>
              <a:spcAft>
                <a:spcPts val="0"/>
              </a:spcAft>
              <a:buClr>
                <a:schemeClr val="dk1"/>
              </a:buClr>
              <a:buSzPts val="1000"/>
              <a:buFont typeface="Nunito Sans"/>
              <a:buChar char="●"/>
              <a:defRPr sz="1000"/>
            </a:lvl7pPr>
            <a:lvl8pPr indent="-292100" lvl="7" marL="3657600">
              <a:spcBef>
                <a:spcPts val="0"/>
              </a:spcBef>
              <a:spcAft>
                <a:spcPts val="0"/>
              </a:spcAft>
              <a:buClr>
                <a:schemeClr val="dk1"/>
              </a:buClr>
              <a:buSzPts val="1000"/>
              <a:buFont typeface="Nunito Sans"/>
              <a:buChar char="○"/>
              <a:defRPr sz="1000"/>
            </a:lvl8pPr>
            <a:lvl9pPr indent="-292100" lvl="8" marL="4114800">
              <a:spcBef>
                <a:spcPts val="0"/>
              </a:spcBef>
              <a:spcAft>
                <a:spcPts val="0"/>
              </a:spcAft>
              <a:buClr>
                <a:schemeClr val="dk1"/>
              </a:buClr>
              <a:buSzPts val="1000"/>
              <a:buFont typeface="Nunito Sans"/>
              <a:buChar char="■"/>
              <a:defRPr sz="1000"/>
            </a:lvl9pPr>
          </a:lstStyle>
          <a:p/>
        </p:txBody>
      </p:sp>
      <p:sp>
        <p:nvSpPr>
          <p:cNvPr id="272" name="Google Shape;272;p31"/>
          <p:cNvSpPr txBox="1"/>
          <p:nvPr>
            <p:ph idx="3" type="title"/>
          </p:nvPr>
        </p:nvSpPr>
        <p:spPr>
          <a:xfrm>
            <a:off x="6080825" y="3244458"/>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73" name="Google Shape;273;p31"/>
          <p:cNvSpPr txBox="1"/>
          <p:nvPr>
            <p:ph idx="4" type="body"/>
          </p:nvPr>
        </p:nvSpPr>
        <p:spPr>
          <a:xfrm>
            <a:off x="3154650" y="3026423"/>
            <a:ext cx="2834700" cy="13461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74" name="Google Shape;274;p31"/>
          <p:cNvSpPr/>
          <p:nvPr>
            <p:ph idx="5" type="pic"/>
          </p:nvPr>
        </p:nvSpPr>
        <p:spPr>
          <a:xfrm>
            <a:off x="309350" y="952800"/>
            <a:ext cx="2754000" cy="1634100"/>
          </a:xfrm>
          <a:prstGeom prst="roundRect">
            <a:avLst>
              <a:gd fmla="val 16667" name="adj"/>
            </a:avLst>
          </a:prstGeom>
          <a:noFill/>
          <a:ln>
            <a:noFill/>
          </a:ln>
        </p:spPr>
      </p:sp>
      <p:sp>
        <p:nvSpPr>
          <p:cNvPr id="275" name="Google Shape;275;p31"/>
          <p:cNvSpPr txBox="1"/>
          <p:nvPr>
            <p:ph idx="6" type="title"/>
          </p:nvPr>
        </p:nvSpPr>
        <p:spPr>
          <a:xfrm>
            <a:off x="3154650" y="270937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76" name="Google Shape;276;p31"/>
          <p:cNvSpPr txBox="1"/>
          <p:nvPr>
            <p:ph idx="7" type="title"/>
          </p:nvPr>
        </p:nvSpPr>
        <p:spPr>
          <a:xfrm>
            <a:off x="3154650" y="858000"/>
            <a:ext cx="2834700" cy="742200"/>
          </a:xfrm>
          <a:prstGeom prst="rect">
            <a:avLst/>
          </a:prstGeom>
        </p:spPr>
        <p:txBody>
          <a:bodyPr anchorCtr="0" anchor="t" bIns="91425" lIns="91425" spcFirstLastPara="1" rIns="91425" wrap="square" tIns="91425">
            <a:spAutoFit/>
          </a:bodyPr>
          <a:lstStyle>
            <a:lvl1pPr lvl="0">
              <a:lnSpc>
                <a:spcPct val="115000"/>
              </a:lnSpc>
              <a:spcBef>
                <a:spcPts val="0"/>
              </a:spcBef>
              <a:spcAft>
                <a:spcPts val="0"/>
              </a:spcAft>
              <a:buNone/>
              <a:defRPr b="0" sz="1400">
                <a:latin typeface="Poppins Medium"/>
                <a:ea typeface="Poppins Medium"/>
                <a:cs typeface="Poppins Medium"/>
                <a:sym typeface="Poppins Medium"/>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77" name="Google Shape;277;p31"/>
          <p:cNvSpPr txBox="1"/>
          <p:nvPr>
            <p:ph idx="8"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accent1"/>
                </a:solidFill>
              </a:defRPr>
            </a:lvl1pPr>
            <a:lvl2pPr lvl="1">
              <a:spcBef>
                <a:spcPts val="0"/>
              </a:spcBef>
              <a:spcAft>
                <a:spcPts val="0"/>
              </a:spcAft>
              <a:buNone/>
              <a:defRPr sz="2400">
                <a:solidFill>
                  <a:schemeClr val="accent1"/>
                </a:solidFill>
                <a:latin typeface="Poppins SemiBold"/>
                <a:ea typeface="Poppins SemiBold"/>
                <a:cs typeface="Poppins SemiBold"/>
                <a:sym typeface="Poppins SemiBold"/>
              </a:defRPr>
            </a:lvl2pPr>
            <a:lvl3pPr lvl="2">
              <a:spcBef>
                <a:spcPts val="0"/>
              </a:spcBef>
              <a:spcAft>
                <a:spcPts val="0"/>
              </a:spcAft>
              <a:buNone/>
              <a:defRPr sz="2400">
                <a:solidFill>
                  <a:schemeClr val="accent1"/>
                </a:solidFill>
                <a:latin typeface="Poppins SemiBold"/>
                <a:ea typeface="Poppins SemiBold"/>
                <a:cs typeface="Poppins SemiBold"/>
                <a:sym typeface="Poppins SemiBold"/>
              </a:defRPr>
            </a:lvl3pPr>
            <a:lvl4pPr lvl="3">
              <a:spcBef>
                <a:spcPts val="0"/>
              </a:spcBef>
              <a:spcAft>
                <a:spcPts val="0"/>
              </a:spcAft>
              <a:buNone/>
              <a:defRPr sz="2400">
                <a:solidFill>
                  <a:schemeClr val="accent1"/>
                </a:solidFill>
                <a:latin typeface="Poppins SemiBold"/>
                <a:ea typeface="Poppins SemiBold"/>
                <a:cs typeface="Poppins SemiBold"/>
                <a:sym typeface="Poppins SemiBold"/>
              </a:defRPr>
            </a:lvl4pPr>
            <a:lvl5pPr lvl="4">
              <a:spcBef>
                <a:spcPts val="0"/>
              </a:spcBef>
              <a:spcAft>
                <a:spcPts val="0"/>
              </a:spcAft>
              <a:buNone/>
              <a:defRPr sz="2400">
                <a:solidFill>
                  <a:schemeClr val="accent1"/>
                </a:solidFill>
                <a:latin typeface="Poppins SemiBold"/>
                <a:ea typeface="Poppins SemiBold"/>
                <a:cs typeface="Poppins SemiBold"/>
                <a:sym typeface="Poppins SemiBold"/>
              </a:defRPr>
            </a:lvl5pPr>
            <a:lvl6pPr lvl="5">
              <a:spcBef>
                <a:spcPts val="0"/>
              </a:spcBef>
              <a:spcAft>
                <a:spcPts val="0"/>
              </a:spcAft>
              <a:buNone/>
              <a:defRPr sz="2400">
                <a:solidFill>
                  <a:schemeClr val="accent1"/>
                </a:solidFill>
                <a:latin typeface="Poppins SemiBold"/>
                <a:ea typeface="Poppins SemiBold"/>
                <a:cs typeface="Poppins SemiBold"/>
                <a:sym typeface="Poppins SemiBold"/>
              </a:defRPr>
            </a:lvl6pPr>
            <a:lvl7pPr lvl="6">
              <a:spcBef>
                <a:spcPts val="0"/>
              </a:spcBef>
              <a:spcAft>
                <a:spcPts val="0"/>
              </a:spcAft>
              <a:buNone/>
              <a:defRPr sz="2400">
                <a:solidFill>
                  <a:schemeClr val="accent1"/>
                </a:solidFill>
                <a:latin typeface="Poppins SemiBold"/>
                <a:ea typeface="Poppins SemiBold"/>
                <a:cs typeface="Poppins SemiBold"/>
                <a:sym typeface="Poppins SemiBold"/>
              </a:defRPr>
            </a:lvl7pPr>
            <a:lvl8pPr lvl="7">
              <a:spcBef>
                <a:spcPts val="0"/>
              </a:spcBef>
              <a:spcAft>
                <a:spcPts val="0"/>
              </a:spcAft>
              <a:buNone/>
              <a:defRPr sz="2400">
                <a:solidFill>
                  <a:schemeClr val="accent1"/>
                </a:solidFill>
                <a:latin typeface="Poppins SemiBold"/>
                <a:ea typeface="Poppins SemiBold"/>
                <a:cs typeface="Poppins SemiBold"/>
                <a:sym typeface="Poppins SemiBold"/>
              </a:defRPr>
            </a:lvl8pPr>
            <a:lvl9pPr lvl="8">
              <a:spcBef>
                <a:spcPts val="0"/>
              </a:spcBef>
              <a:spcAft>
                <a:spcPts val="0"/>
              </a:spcAft>
              <a:buNone/>
              <a:defRPr sz="2400">
                <a:solidFill>
                  <a:schemeClr val="accent1"/>
                </a:solidFill>
                <a:latin typeface="Poppins SemiBold"/>
                <a:ea typeface="Poppins SemiBold"/>
                <a:cs typeface="Poppins SemiBold"/>
                <a:sym typeface="Poppins SemiBold"/>
              </a:defRPr>
            </a:lvl9pPr>
          </a:lstStyle>
          <a:p/>
        </p:txBody>
      </p:sp>
      <p:sp>
        <p:nvSpPr>
          <p:cNvPr id="278" name="Google Shape;278;p3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79" name="Google Shape;279;p31"/>
          <p:cNvSpPr txBox="1"/>
          <p:nvPr>
            <p:ph idx="9" type="title"/>
          </p:nvPr>
        </p:nvSpPr>
        <p:spPr>
          <a:xfrm>
            <a:off x="6080825" y="858000"/>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0" name="Google Shape;280;p31"/>
          <p:cNvSpPr txBox="1"/>
          <p:nvPr>
            <p:ph idx="1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BLANK_1_1_1_1_2_1_2_1_1">
    <p:spTree>
      <p:nvGrpSpPr>
        <p:cNvPr id="281" name="Shape 281"/>
        <p:cNvGrpSpPr/>
        <p:nvPr/>
      </p:nvGrpSpPr>
      <p:grpSpPr>
        <a:xfrm>
          <a:off x="0" y="0"/>
          <a:ext cx="0" cy="0"/>
          <a:chOff x="0" y="0"/>
          <a:chExt cx="0" cy="0"/>
        </a:xfrm>
      </p:grpSpPr>
      <p:pic>
        <p:nvPicPr>
          <p:cNvPr id="282" name="Google Shape;282;p32"/>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83" name="Google Shape;283;p32"/>
          <p:cNvSpPr txBox="1"/>
          <p:nvPr>
            <p:ph idx="1" type="body"/>
          </p:nvPr>
        </p:nvSpPr>
        <p:spPr>
          <a:xfrm>
            <a:off x="315465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84" name="Google Shape;284;p32"/>
          <p:cNvSpPr txBox="1"/>
          <p:nvPr>
            <p:ph idx="2" type="body"/>
          </p:nvPr>
        </p:nvSpPr>
        <p:spPr>
          <a:xfrm>
            <a:off x="22860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85" name="Google Shape;285;p32"/>
          <p:cNvSpPr txBox="1"/>
          <p:nvPr>
            <p:ph type="title"/>
          </p:nvPr>
        </p:nvSpPr>
        <p:spPr>
          <a:xfrm>
            <a:off x="1843500" y="298423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86" name="Google Shape;286;p32"/>
          <p:cNvSpPr txBox="1"/>
          <p:nvPr>
            <p:ph idx="3" type="title"/>
          </p:nvPr>
        </p:nvSpPr>
        <p:spPr>
          <a:xfrm>
            <a:off x="315465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7" name="Google Shape;287;p32"/>
          <p:cNvSpPr txBox="1"/>
          <p:nvPr>
            <p:ph idx="4" type="title"/>
          </p:nvPr>
        </p:nvSpPr>
        <p:spPr>
          <a:xfrm>
            <a:off x="315465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8" name="Google Shape;288;p32"/>
          <p:cNvSpPr txBox="1"/>
          <p:nvPr>
            <p:ph idx="5" type="title"/>
          </p:nvPr>
        </p:nvSpPr>
        <p:spPr>
          <a:xfrm>
            <a:off x="22860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9" name="Google Shape;289;p32"/>
          <p:cNvSpPr txBox="1"/>
          <p:nvPr>
            <p:ph idx="6" type="title"/>
          </p:nvPr>
        </p:nvSpPr>
        <p:spPr>
          <a:xfrm>
            <a:off x="6080825"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0" name="Google Shape;290;p3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91" name="Google Shape;291;p32"/>
          <p:cNvSpPr txBox="1"/>
          <p:nvPr>
            <p:ph idx="7" type="title"/>
          </p:nvPr>
        </p:nvSpPr>
        <p:spPr>
          <a:xfrm>
            <a:off x="6080825" y="260038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2" name="Google Shape;292;p32"/>
          <p:cNvSpPr txBox="1"/>
          <p:nvPr>
            <p:ph idx="8" type="title"/>
          </p:nvPr>
        </p:nvSpPr>
        <p:spPr>
          <a:xfrm>
            <a:off x="22860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3" name="Google Shape;293;p32"/>
          <p:cNvSpPr txBox="1"/>
          <p:nvPr>
            <p:ph idx="9" type="title"/>
          </p:nvPr>
        </p:nvSpPr>
        <p:spPr>
          <a:xfrm>
            <a:off x="315465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4" name="Google Shape;294;p32"/>
          <p:cNvSpPr txBox="1"/>
          <p:nvPr>
            <p:ph idx="13" type="title"/>
          </p:nvPr>
        </p:nvSpPr>
        <p:spPr>
          <a:xfrm>
            <a:off x="22860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5" name="Google Shape;295;p32"/>
          <p:cNvSpPr txBox="1"/>
          <p:nvPr>
            <p:ph idx="14" type="title"/>
          </p:nvPr>
        </p:nvSpPr>
        <p:spPr>
          <a:xfrm>
            <a:off x="6080825" y="1257775"/>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6" name="Google Shape;296;p32"/>
          <p:cNvSpPr txBox="1"/>
          <p:nvPr>
            <p:ph idx="15" type="title"/>
          </p:nvPr>
        </p:nvSpPr>
        <p:spPr>
          <a:xfrm>
            <a:off x="6080825" y="1510744"/>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7" name="Google Shape;297;p32"/>
          <p:cNvSpPr txBox="1"/>
          <p:nvPr>
            <p:ph idx="16" type="title"/>
          </p:nvPr>
        </p:nvSpPr>
        <p:spPr>
          <a:xfrm>
            <a:off x="6080825" y="1763713"/>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8" name="Google Shape;298;p32"/>
          <p:cNvSpPr txBox="1"/>
          <p:nvPr>
            <p:ph idx="17" type="title"/>
          </p:nvPr>
        </p:nvSpPr>
        <p:spPr>
          <a:xfrm>
            <a:off x="6080825" y="2016681"/>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9" name="Google Shape;299;p32"/>
          <p:cNvSpPr txBox="1"/>
          <p:nvPr>
            <p:ph idx="18" type="title"/>
          </p:nvPr>
        </p:nvSpPr>
        <p:spPr>
          <a:xfrm>
            <a:off x="6080825" y="2269650"/>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0" name="Google Shape;300;p32"/>
          <p:cNvSpPr txBox="1"/>
          <p:nvPr>
            <p:ph idx="19"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301" name="Google Shape;301;p32"/>
          <p:cNvSpPr txBox="1"/>
          <p:nvPr>
            <p:ph idx="20" type="title"/>
          </p:nvPr>
        </p:nvSpPr>
        <p:spPr>
          <a:xfrm>
            <a:off x="228600"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2" name="Google Shape;302;p32"/>
          <p:cNvSpPr txBox="1"/>
          <p:nvPr>
            <p:ph idx="21" type="title"/>
          </p:nvPr>
        </p:nvSpPr>
        <p:spPr>
          <a:xfrm>
            <a:off x="1843500" y="234795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303" name="Google Shape;303;p32"/>
          <p:cNvSpPr txBox="1"/>
          <p:nvPr>
            <p:ph idx="22" type="title"/>
          </p:nvPr>
        </p:nvSpPr>
        <p:spPr>
          <a:xfrm>
            <a:off x="228600"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4" name="Google Shape;304;p32"/>
          <p:cNvSpPr txBox="1"/>
          <p:nvPr>
            <p:ph idx="23" type="title"/>
          </p:nvPr>
        </p:nvSpPr>
        <p:spPr>
          <a:xfrm>
            <a:off x="1843500" y="266609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305" name="Google Shape;305;p32"/>
          <p:cNvSpPr txBox="1"/>
          <p:nvPr>
            <p:ph idx="24" type="title"/>
          </p:nvPr>
        </p:nvSpPr>
        <p:spPr>
          <a:xfrm>
            <a:off x="228600"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6" name="Google Shape;306;p32"/>
          <p:cNvSpPr txBox="1"/>
          <p:nvPr>
            <p:ph idx="25" type="title"/>
          </p:nvPr>
        </p:nvSpPr>
        <p:spPr>
          <a:xfrm>
            <a:off x="3154713"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7" name="Google Shape;307;p32"/>
          <p:cNvSpPr txBox="1"/>
          <p:nvPr>
            <p:ph idx="26" type="title"/>
          </p:nvPr>
        </p:nvSpPr>
        <p:spPr>
          <a:xfrm>
            <a:off x="3154713"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8" name="Google Shape;308;p32"/>
          <p:cNvSpPr txBox="1"/>
          <p:nvPr>
            <p:ph idx="27" type="title"/>
          </p:nvPr>
        </p:nvSpPr>
        <p:spPr>
          <a:xfrm>
            <a:off x="3154713"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9" name="Google Shape;309;p32"/>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
    <p:spTree>
      <p:nvGrpSpPr>
        <p:cNvPr id="310" name="Shape 310"/>
        <p:cNvGrpSpPr/>
        <p:nvPr/>
      </p:nvGrpSpPr>
      <p:grpSpPr>
        <a:xfrm>
          <a:off x="0" y="0"/>
          <a:ext cx="0" cy="0"/>
          <a:chOff x="0" y="0"/>
          <a:chExt cx="0" cy="0"/>
        </a:xfrm>
      </p:grpSpPr>
      <p:sp>
        <p:nvSpPr>
          <p:cNvPr id="311" name="Google Shape;311;p33"/>
          <p:cNvSpPr txBox="1"/>
          <p:nvPr>
            <p:ph idx="1" type="subTitle"/>
          </p:nvPr>
        </p:nvSpPr>
        <p:spPr>
          <a:xfrm>
            <a:off x="22860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12" name="Google Shape;312;p33"/>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13" name="Google Shape;313;p33"/>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14" name="Google Shape;314;p33"/>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15" name="Google Shape;315;p33"/>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316" name="Google Shape;316;p33"/>
          <p:cNvSpPr txBox="1"/>
          <p:nvPr>
            <p:ph idx="5" type="body"/>
          </p:nvPr>
        </p:nvSpPr>
        <p:spPr>
          <a:xfrm>
            <a:off x="2286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317" name="Google Shape;317;p3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18" name="Google Shape;318;p33"/>
          <p:cNvSpPr txBox="1"/>
          <p:nvPr>
            <p:ph idx="6" type="body"/>
          </p:nvPr>
        </p:nvSpPr>
        <p:spPr>
          <a:xfrm>
            <a:off x="24237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319" name="Google Shape;319;p33"/>
          <p:cNvSpPr txBox="1"/>
          <p:nvPr>
            <p:ph idx="7" type="body"/>
          </p:nvPr>
        </p:nvSpPr>
        <p:spPr>
          <a:xfrm>
            <a:off x="4618800" y="2266758"/>
            <a:ext cx="2039100" cy="722100"/>
          </a:xfrm>
          <a:prstGeom prst="rect">
            <a:avLst/>
          </a:prstGeom>
        </p:spPr>
        <p:txBody>
          <a:bodyPr anchorCtr="0" anchor="t" bIns="91425" lIns="91425" spcFirstLastPara="1" rIns="91425" wrap="square" tIns="91425">
            <a:noAutofit/>
          </a:bodyPr>
          <a:lstStyle>
            <a:lvl1pPr indent="-285750" lvl="0" marL="457200">
              <a:lnSpc>
                <a:spcPct val="100000"/>
              </a:lnSpc>
              <a:spcBef>
                <a:spcPts val="0"/>
              </a:spcBef>
              <a:spcAft>
                <a:spcPts val="0"/>
              </a:spcAft>
              <a:buClr>
                <a:schemeClr val="dk1"/>
              </a:buClr>
              <a:buSzPts val="900"/>
              <a:buFont typeface="Nunito Sans"/>
              <a:buChar char="●"/>
              <a:defRPr sz="900"/>
            </a:lvl1pPr>
            <a:lvl2pPr indent="-285750" lvl="1" marL="914400">
              <a:lnSpc>
                <a:spcPct val="100000"/>
              </a:lnSpc>
              <a:spcBef>
                <a:spcPts val="800"/>
              </a:spcBef>
              <a:spcAft>
                <a:spcPts val="0"/>
              </a:spcAft>
              <a:buClr>
                <a:schemeClr val="dk1"/>
              </a:buClr>
              <a:buSzPts val="900"/>
              <a:buFont typeface="Nunito Sans"/>
              <a:buChar char="○"/>
              <a:defRPr sz="900"/>
            </a:lvl2pPr>
            <a:lvl3pPr indent="-285750" lvl="2" marL="1371600">
              <a:lnSpc>
                <a:spcPct val="100000"/>
              </a:lnSpc>
              <a:spcBef>
                <a:spcPts val="800"/>
              </a:spcBef>
              <a:spcAft>
                <a:spcPts val="0"/>
              </a:spcAft>
              <a:buClr>
                <a:schemeClr val="dk1"/>
              </a:buClr>
              <a:buSzPts val="900"/>
              <a:buFont typeface="Nunito Sans"/>
              <a:buChar char="■"/>
              <a:defRPr sz="900"/>
            </a:lvl3pPr>
            <a:lvl4pPr indent="-285750" lvl="3" marL="1828800">
              <a:lnSpc>
                <a:spcPct val="100000"/>
              </a:lnSpc>
              <a:spcBef>
                <a:spcPts val="800"/>
              </a:spcBef>
              <a:spcAft>
                <a:spcPts val="0"/>
              </a:spcAft>
              <a:buClr>
                <a:schemeClr val="dk1"/>
              </a:buClr>
              <a:buSzPts val="900"/>
              <a:buFont typeface="Nunito Sans"/>
              <a:buChar char="●"/>
              <a:defRPr sz="900"/>
            </a:lvl4pPr>
            <a:lvl5pPr indent="-285750" lvl="4" marL="2286000">
              <a:lnSpc>
                <a:spcPct val="100000"/>
              </a:lnSpc>
              <a:spcBef>
                <a:spcPts val="800"/>
              </a:spcBef>
              <a:spcAft>
                <a:spcPts val="0"/>
              </a:spcAft>
              <a:buClr>
                <a:schemeClr val="dk1"/>
              </a:buClr>
              <a:buSzPts val="900"/>
              <a:buFont typeface="Nunito Sans"/>
              <a:buChar char="○"/>
              <a:defRPr sz="900"/>
            </a:lvl5pPr>
            <a:lvl6pPr indent="-285750" lvl="5" marL="2743200">
              <a:lnSpc>
                <a:spcPct val="100000"/>
              </a:lnSpc>
              <a:spcBef>
                <a:spcPts val="800"/>
              </a:spcBef>
              <a:spcAft>
                <a:spcPts val="0"/>
              </a:spcAft>
              <a:buClr>
                <a:schemeClr val="dk1"/>
              </a:buClr>
              <a:buSzPts val="900"/>
              <a:buFont typeface="Nunito Sans"/>
              <a:buChar char="■"/>
              <a:defRPr sz="900"/>
            </a:lvl6pPr>
            <a:lvl7pPr indent="-285750" lvl="6" marL="3200400">
              <a:lnSpc>
                <a:spcPct val="100000"/>
              </a:lnSpc>
              <a:spcBef>
                <a:spcPts val="800"/>
              </a:spcBef>
              <a:spcAft>
                <a:spcPts val="0"/>
              </a:spcAft>
              <a:buClr>
                <a:schemeClr val="dk1"/>
              </a:buClr>
              <a:buSzPts val="900"/>
              <a:buFont typeface="Nunito Sans"/>
              <a:buChar char="●"/>
              <a:defRPr sz="900"/>
            </a:lvl7pPr>
            <a:lvl8pPr indent="-285750" lvl="7" marL="3657600">
              <a:lnSpc>
                <a:spcPct val="100000"/>
              </a:lnSpc>
              <a:spcBef>
                <a:spcPts val="800"/>
              </a:spcBef>
              <a:spcAft>
                <a:spcPts val="0"/>
              </a:spcAft>
              <a:buClr>
                <a:schemeClr val="dk1"/>
              </a:buClr>
              <a:buSzPts val="900"/>
              <a:buFont typeface="Nunito Sans"/>
              <a:buChar char="○"/>
              <a:defRPr sz="900"/>
            </a:lvl8pPr>
            <a:lvl9pPr indent="-285750" lvl="8" marL="4114800">
              <a:lnSpc>
                <a:spcPct val="100000"/>
              </a:lnSpc>
              <a:spcBef>
                <a:spcPts val="800"/>
              </a:spcBef>
              <a:spcAft>
                <a:spcPts val="800"/>
              </a:spcAft>
              <a:buClr>
                <a:schemeClr val="dk1"/>
              </a:buClr>
              <a:buSzPts val="900"/>
              <a:buFont typeface="Nunito Sans"/>
              <a:buChar char="■"/>
              <a:defRPr sz="900"/>
            </a:lvl9pPr>
          </a:lstStyle>
          <a:p/>
        </p:txBody>
      </p:sp>
      <p:sp>
        <p:nvSpPr>
          <p:cNvPr id="320" name="Google Shape;320;p33"/>
          <p:cNvSpPr txBox="1"/>
          <p:nvPr>
            <p:ph idx="8" type="body"/>
          </p:nvPr>
        </p:nvSpPr>
        <p:spPr>
          <a:xfrm>
            <a:off x="68139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321" name="Google Shape;321;p3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22" name="Google Shape;322;p33"/>
          <p:cNvSpPr txBox="1"/>
          <p:nvPr>
            <p:ph idx="9"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3">
    <p:spTree>
      <p:nvGrpSpPr>
        <p:cNvPr id="323" name="Shape 323"/>
        <p:cNvGrpSpPr/>
        <p:nvPr/>
      </p:nvGrpSpPr>
      <p:grpSpPr>
        <a:xfrm>
          <a:off x="0" y="0"/>
          <a:ext cx="0" cy="0"/>
          <a:chOff x="0" y="0"/>
          <a:chExt cx="0" cy="0"/>
        </a:xfrm>
      </p:grpSpPr>
      <p:pic>
        <p:nvPicPr>
          <p:cNvPr id="324" name="Google Shape;324;p34"/>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325" name="Google Shape;325;p34"/>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26" name="Google Shape;326;p34"/>
          <p:cNvSpPr txBox="1"/>
          <p:nvPr>
            <p:ph idx="2" type="title"/>
          </p:nvPr>
        </p:nvSpPr>
        <p:spPr>
          <a:xfrm>
            <a:off x="2040700" y="2971669"/>
            <a:ext cx="27582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27" name="Google Shape;327;p34"/>
          <p:cNvSpPr txBox="1"/>
          <p:nvPr>
            <p:ph idx="3" type="title"/>
          </p:nvPr>
        </p:nvSpPr>
        <p:spPr>
          <a:xfrm>
            <a:off x="4905100" y="3259050"/>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28" name="Google Shape;328;p34"/>
          <p:cNvSpPr txBox="1"/>
          <p:nvPr>
            <p:ph idx="4" type="title"/>
          </p:nvPr>
        </p:nvSpPr>
        <p:spPr>
          <a:xfrm>
            <a:off x="6589325" y="3591225"/>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29" name="Google Shape;329;p34"/>
          <p:cNvSpPr txBox="1"/>
          <p:nvPr>
            <p:ph idx="5" type="title"/>
          </p:nvPr>
        </p:nvSpPr>
        <p:spPr>
          <a:xfrm>
            <a:off x="228600" y="2642422"/>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0" name="Google Shape;330;p34"/>
          <p:cNvSpPr txBox="1"/>
          <p:nvPr>
            <p:ph idx="6" type="title"/>
          </p:nvPr>
        </p:nvSpPr>
        <p:spPr>
          <a:xfrm>
            <a:off x="2286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1" name="Google Shape;331;p34"/>
          <p:cNvSpPr txBox="1"/>
          <p:nvPr>
            <p:ph idx="7" type="title"/>
          </p:nvPr>
        </p:nvSpPr>
        <p:spPr>
          <a:xfrm>
            <a:off x="15330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2" name="Google Shape;332;p34"/>
          <p:cNvSpPr txBox="1"/>
          <p:nvPr>
            <p:ph idx="8" type="title"/>
          </p:nvPr>
        </p:nvSpPr>
        <p:spPr>
          <a:xfrm>
            <a:off x="28374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3" name="Google Shape;333;p34"/>
          <p:cNvSpPr txBox="1"/>
          <p:nvPr>
            <p:ph idx="9" type="title"/>
          </p:nvPr>
        </p:nvSpPr>
        <p:spPr>
          <a:xfrm>
            <a:off x="414187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4" name="Google Shape;334;p34"/>
          <p:cNvSpPr txBox="1"/>
          <p:nvPr>
            <p:ph idx="13" type="title"/>
          </p:nvPr>
        </p:nvSpPr>
        <p:spPr>
          <a:xfrm>
            <a:off x="54463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5" name="Google Shape;335;p34"/>
          <p:cNvSpPr txBox="1"/>
          <p:nvPr>
            <p:ph idx="14" type="title"/>
          </p:nvPr>
        </p:nvSpPr>
        <p:spPr>
          <a:xfrm>
            <a:off x="67507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6" name="Google Shape;336;p34"/>
          <p:cNvSpPr txBox="1"/>
          <p:nvPr>
            <p:ph idx="15" type="title"/>
          </p:nvPr>
        </p:nvSpPr>
        <p:spPr>
          <a:xfrm>
            <a:off x="80551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7" name="Google Shape;337;p3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38" name="Google Shape;338;p34"/>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2">
    <p:bg>
      <p:bgPr>
        <a:solidFill>
          <a:schemeClr val="lt1"/>
        </a:solidFill>
      </p:bgPr>
    </p:bg>
    <p:spTree>
      <p:nvGrpSpPr>
        <p:cNvPr id="339" name="Shape 339"/>
        <p:cNvGrpSpPr/>
        <p:nvPr/>
      </p:nvGrpSpPr>
      <p:grpSpPr>
        <a:xfrm>
          <a:off x="0" y="0"/>
          <a:ext cx="0" cy="0"/>
          <a:chOff x="0" y="0"/>
          <a:chExt cx="0" cy="0"/>
        </a:xfrm>
      </p:grpSpPr>
      <p:sp>
        <p:nvSpPr>
          <p:cNvPr id="340" name="Google Shape;340;p35"/>
          <p:cNvSpPr txBox="1"/>
          <p:nvPr>
            <p:ph idx="1" type="subTitle"/>
          </p:nvPr>
        </p:nvSpPr>
        <p:spPr>
          <a:xfrm>
            <a:off x="2286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1" name="Google Shape;341;p35"/>
          <p:cNvSpPr txBox="1"/>
          <p:nvPr>
            <p:ph idx="2" type="subTitle"/>
          </p:nvPr>
        </p:nvSpPr>
        <p:spPr>
          <a:xfrm>
            <a:off x="197137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2" name="Google Shape;342;p35"/>
          <p:cNvSpPr txBox="1"/>
          <p:nvPr>
            <p:ph idx="3" type="subTitle"/>
          </p:nvPr>
        </p:nvSpPr>
        <p:spPr>
          <a:xfrm>
            <a:off x="371415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3" name="Google Shape;343;p35"/>
          <p:cNvSpPr txBox="1"/>
          <p:nvPr>
            <p:ph idx="4" type="subTitle"/>
          </p:nvPr>
        </p:nvSpPr>
        <p:spPr>
          <a:xfrm>
            <a:off x="545692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4" name="Google Shape;344;p35"/>
          <p:cNvSpPr txBox="1"/>
          <p:nvPr>
            <p:ph idx="5" type="subTitle"/>
          </p:nvPr>
        </p:nvSpPr>
        <p:spPr>
          <a:xfrm>
            <a:off x="71997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45" name="Google Shape;345;p35"/>
          <p:cNvPicPr preferRelativeResize="0"/>
          <p:nvPr/>
        </p:nvPicPr>
        <p:blipFill rotWithShape="1">
          <a:blip r:embed="rId2">
            <a:alphaModFix/>
          </a:blip>
          <a:srcRect b="0" l="0" r="33897" t="70460"/>
          <a:stretch/>
        </p:blipFill>
        <p:spPr>
          <a:xfrm>
            <a:off x="5624200" y="0"/>
            <a:ext cx="3519800" cy="1572900"/>
          </a:xfrm>
          <a:prstGeom prst="rect">
            <a:avLst/>
          </a:prstGeom>
          <a:noFill/>
          <a:ln>
            <a:noFill/>
          </a:ln>
        </p:spPr>
      </p:pic>
      <p:sp>
        <p:nvSpPr>
          <p:cNvPr id="346" name="Google Shape;346;p35"/>
          <p:cNvSpPr txBox="1"/>
          <p:nvPr>
            <p:ph idx="6" type="body"/>
          </p:nvPr>
        </p:nvSpPr>
        <p:spPr>
          <a:xfrm>
            <a:off x="197137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47" name="Google Shape;347;p35"/>
          <p:cNvSpPr txBox="1"/>
          <p:nvPr>
            <p:ph idx="7" type="body"/>
          </p:nvPr>
        </p:nvSpPr>
        <p:spPr>
          <a:xfrm>
            <a:off x="3714150" y="3030250"/>
            <a:ext cx="1715400" cy="1145100"/>
          </a:xfrm>
          <a:prstGeom prst="rect">
            <a:avLst/>
          </a:prstGeom>
        </p:spPr>
        <p:txBody>
          <a:bodyPr anchorCtr="0" anchor="t" bIns="91425" lIns="91425" spcFirstLastPara="1" rIns="182875" wrap="square" tIns="18287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348" name="Google Shape;348;p35"/>
          <p:cNvSpPr txBox="1"/>
          <p:nvPr>
            <p:ph idx="8" type="body"/>
          </p:nvPr>
        </p:nvSpPr>
        <p:spPr>
          <a:xfrm>
            <a:off x="545692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49" name="Google Shape;349;p35"/>
          <p:cNvSpPr txBox="1"/>
          <p:nvPr>
            <p:ph idx="9" type="body"/>
          </p:nvPr>
        </p:nvSpPr>
        <p:spPr>
          <a:xfrm>
            <a:off x="22845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50" name="Google Shape;350;p3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51" name="Google Shape;351;p35"/>
          <p:cNvSpPr txBox="1"/>
          <p:nvPr>
            <p:ph idx="13" type="body"/>
          </p:nvPr>
        </p:nvSpPr>
        <p:spPr>
          <a:xfrm>
            <a:off x="719970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52" name="Google Shape;352;p3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53" name="Google Shape;353;p35"/>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1_1_1_1_1_1">
    <p:spTree>
      <p:nvGrpSpPr>
        <p:cNvPr id="354" name="Shape 354"/>
        <p:cNvGrpSpPr/>
        <p:nvPr/>
      </p:nvGrpSpPr>
      <p:grpSpPr>
        <a:xfrm>
          <a:off x="0" y="0"/>
          <a:ext cx="0" cy="0"/>
          <a:chOff x="0" y="0"/>
          <a:chExt cx="0" cy="0"/>
        </a:xfrm>
      </p:grpSpPr>
      <p:sp>
        <p:nvSpPr>
          <p:cNvPr id="355" name="Google Shape;355;p36"/>
          <p:cNvSpPr/>
          <p:nvPr/>
        </p:nvSpPr>
        <p:spPr>
          <a:xfrm rot="5400000">
            <a:off x="-3989996"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356" name="Google Shape;356;p36"/>
          <p:cNvPicPr preferRelativeResize="0"/>
          <p:nvPr/>
        </p:nvPicPr>
        <p:blipFill rotWithShape="1">
          <a:blip r:embed="rId2">
            <a:alphaModFix/>
          </a:blip>
          <a:srcRect b="46245" l="7339" r="0" t="0"/>
          <a:stretch/>
        </p:blipFill>
        <p:spPr>
          <a:xfrm>
            <a:off x="218592" y="3453125"/>
            <a:ext cx="2926200" cy="1697526"/>
          </a:xfrm>
          <a:prstGeom prst="rect">
            <a:avLst/>
          </a:prstGeom>
          <a:noFill/>
          <a:ln>
            <a:noFill/>
          </a:ln>
        </p:spPr>
      </p:pic>
      <p:sp>
        <p:nvSpPr>
          <p:cNvPr id="357" name="Google Shape;357;p3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58" name="Google Shape;358;p36"/>
          <p:cNvSpPr txBox="1"/>
          <p:nvPr>
            <p:ph type="title"/>
          </p:nvPr>
        </p:nvSpPr>
        <p:spPr>
          <a:xfrm>
            <a:off x="228600" y="228589"/>
            <a:ext cx="29262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5400"/>
            </a:lvl1pPr>
            <a:lvl2pPr lvl="1">
              <a:lnSpc>
                <a:spcPct val="90000"/>
              </a:lnSpc>
              <a:spcBef>
                <a:spcPts val="0"/>
              </a:spcBef>
              <a:spcAft>
                <a:spcPts val="0"/>
              </a:spcAft>
              <a:buNone/>
              <a:defRPr sz="5400">
                <a:latin typeface="Poppins SemiBold"/>
                <a:ea typeface="Poppins SemiBold"/>
                <a:cs typeface="Poppins SemiBold"/>
                <a:sym typeface="Poppins SemiBold"/>
              </a:defRPr>
            </a:lvl2pPr>
            <a:lvl3pPr lvl="2">
              <a:lnSpc>
                <a:spcPct val="90000"/>
              </a:lnSpc>
              <a:spcBef>
                <a:spcPts val="0"/>
              </a:spcBef>
              <a:spcAft>
                <a:spcPts val="0"/>
              </a:spcAft>
              <a:buNone/>
              <a:defRPr sz="5400">
                <a:latin typeface="Poppins SemiBold"/>
                <a:ea typeface="Poppins SemiBold"/>
                <a:cs typeface="Poppins SemiBold"/>
                <a:sym typeface="Poppins SemiBold"/>
              </a:defRPr>
            </a:lvl3pPr>
            <a:lvl4pPr lvl="3">
              <a:lnSpc>
                <a:spcPct val="90000"/>
              </a:lnSpc>
              <a:spcBef>
                <a:spcPts val="0"/>
              </a:spcBef>
              <a:spcAft>
                <a:spcPts val="0"/>
              </a:spcAft>
              <a:buNone/>
              <a:defRPr sz="5400">
                <a:latin typeface="Poppins SemiBold"/>
                <a:ea typeface="Poppins SemiBold"/>
                <a:cs typeface="Poppins SemiBold"/>
                <a:sym typeface="Poppins SemiBold"/>
              </a:defRPr>
            </a:lvl4pPr>
            <a:lvl5pPr lvl="4">
              <a:lnSpc>
                <a:spcPct val="90000"/>
              </a:lnSpc>
              <a:spcBef>
                <a:spcPts val="0"/>
              </a:spcBef>
              <a:spcAft>
                <a:spcPts val="0"/>
              </a:spcAft>
              <a:buNone/>
              <a:defRPr sz="5400">
                <a:latin typeface="Poppins SemiBold"/>
                <a:ea typeface="Poppins SemiBold"/>
                <a:cs typeface="Poppins SemiBold"/>
                <a:sym typeface="Poppins SemiBold"/>
              </a:defRPr>
            </a:lvl5pPr>
            <a:lvl6pPr lvl="5">
              <a:lnSpc>
                <a:spcPct val="90000"/>
              </a:lnSpc>
              <a:spcBef>
                <a:spcPts val="0"/>
              </a:spcBef>
              <a:spcAft>
                <a:spcPts val="0"/>
              </a:spcAft>
              <a:buNone/>
              <a:defRPr sz="5400">
                <a:latin typeface="Poppins SemiBold"/>
                <a:ea typeface="Poppins SemiBold"/>
                <a:cs typeface="Poppins SemiBold"/>
                <a:sym typeface="Poppins SemiBold"/>
              </a:defRPr>
            </a:lvl6pPr>
            <a:lvl7pPr lvl="6">
              <a:lnSpc>
                <a:spcPct val="90000"/>
              </a:lnSpc>
              <a:spcBef>
                <a:spcPts val="0"/>
              </a:spcBef>
              <a:spcAft>
                <a:spcPts val="0"/>
              </a:spcAft>
              <a:buNone/>
              <a:defRPr sz="5400">
                <a:latin typeface="Poppins SemiBold"/>
                <a:ea typeface="Poppins SemiBold"/>
                <a:cs typeface="Poppins SemiBold"/>
                <a:sym typeface="Poppins SemiBold"/>
              </a:defRPr>
            </a:lvl7pPr>
            <a:lvl8pPr lvl="7">
              <a:lnSpc>
                <a:spcPct val="90000"/>
              </a:lnSpc>
              <a:spcBef>
                <a:spcPts val="0"/>
              </a:spcBef>
              <a:spcAft>
                <a:spcPts val="0"/>
              </a:spcAft>
              <a:buNone/>
              <a:defRPr sz="5400">
                <a:latin typeface="Poppins SemiBold"/>
                <a:ea typeface="Poppins SemiBold"/>
                <a:cs typeface="Poppins SemiBold"/>
                <a:sym typeface="Poppins SemiBold"/>
              </a:defRPr>
            </a:lvl8pPr>
            <a:lvl9pPr lvl="8">
              <a:lnSpc>
                <a:spcPct val="90000"/>
              </a:lnSpc>
              <a:spcBef>
                <a:spcPts val="0"/>
              </a:spcBef>
              <a:spcAft>
                <a:spcPts val="0"/>
              </a:spcAft>
              <a:buNone/>
              <a:defRPr sz="5400">
                <a:latin typeface="Poppins SemiBold"/>
                <a:ea typeface="Poppins SemiBold"/>
                <a:cs typeface="Poppins SemiBold"/>
                <a:sym typeface="Poppins SemiBold"/>
              </a:defRPr>
            </a:lvl9pPr>
          </a:lstStyle>
          <a:p/>
        </p:txBody>
      </p:sp>
      <p:sp>
        <p:nvSpPr>
          <p:cNvPr id="359" name="Google Shape;359;p36"/>
          <p:cNvSpPr/>
          <p:nvPr/>
        </p:nvSpPr>
        <p:spPr>
          <a:xfrm>
            <a:off x="-4" y="1992734"/>
            <a:ext cx="3736169" cy="3157919"/>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60" name="Google Shape;360;p36"/>
          <p:cNvSpPr txBox="1"/>
          <p:nvPr>
            <p:ph idx="1" type="body"/>
          </p:nvPr>
        </p:nvSpPr>
        <p:spPr>
          <a:xfrm>
            <a:off x="4819600" y="3701256"/>
            <a:ext cx="4095900" cy="587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Nunito Sans"/>
              <a:buChar char="●"/>
              <a:defRPr sz="1100"/>
            </a:lvl1pPr>
            <a:lvl2pPr indent="-298450" lvl="1" marL="914400">
              <a:spcBef>
                <a:spcPts val="0"/>
              </a:spcBef>
              <a:spcAft>
                <a:spcPts val="0"/>
              </a:spcAft>
              <a:buClr>
                <a:schemeClr val="dk1"/>
              </a:buClr>
              <a:buSzPts val="1100"/>
              <a:buFont typeface="Nunito Sans"/>
              <a:buChar char="○"/>
              <a:defRPr sz="1100"/>
            </a:lvl2pPr>
            <a:lvl3pPr indent="-298450" lvl="2" marL="1371600">
              <a:spcBef>
                <a:spcPts val="0"/>
              </a:spcBef>
              <a:spcAft>
                <a:spcPts val="0"/>
              </a:spcAft>
              <a:buClr>
                <a:schemeClr val="dk1"/>
              </a:buClr>
              <a:buSzPts val="1100"/>
              <a:buFont typeface="Nunito Sans"/>
              <a:buChar char="■"/>
              <a:defRPr sz="1100"/>
            </a:lvl3pPr>
            <a:lvl4pPr indent="-298450" lvl="3" marL="1828800">
              <a:spcBef>
                <a:spcPts val="0"/>
              </a:spcBef>
              <a:spcAft>
                <a:spcPts val="0"/>
              </a:spcAft>
              <a:buClr>
                <a:schemeClr val="dk1"/>
              </a:buClr>
              <a:buSzPts val="1100"/>
              <a:buFont typeface="Nunito Sans"/>
              <a:buChar char="●"/>
              <a:defRPr sz="1100"/>
            </a:lvl4pPr>
            <a:lvl5pPr indent="-298450" lvl="4" marL="2286000">
              <a:spcBef>
                <a:spcPts val="0"/>
              </a:spcBef>
              <a:spcAft>
                <a:spcPts val="0"/>
              </a:spcAft>
              <a:buClr>
                <a:schemeClr val="dk1"/>
              </a:buClr>
              <a:buSzPts val="1100"/>
              <a:buFont typeface="Nunito Sans"/>
              <a:buChar char="○"/>
              <a:defRPr sz="1100"/>
            </a:lvl5pPr>
            <a:lvl6pPr indent="-298450" lvl="5" marL="2743200">
              <a:spcBef>
                <a:spcPts val="0"/>
              </a:spcBef>
              <a:spcAft>
                <a:spcPts val="0"/>
              </a:spcAft>
              <a:buClr>
                <a:schemeClr val="dk1"/>
              </a:buClr>
              <a:buSzPts val="1100"/>
              <a:buFont typeface="Nunito Sans"/>
              <a:buChar char="■"/>
              <a:defRPr sz="1100"/>
            </a:lvl6pPr>
            <a:lvl7pPr indent="-298450" lvl="6" marL="3200400">
              <a:spcBef>
                <a:spcPts val="0"/>
              </a:spcBef>
              <a:spcAft>
                <a:spcPts val="0"/>
              </a:spcAft>
              <a:buClr>
                <a:schemeClr val="dk1"/>
              </a:buClr>
              <a:buSzPts val="1100"/>
              <a:buFont typeface="Nunito Sans"/>
              <a:buChar char="●"/>
              <a:defRPr sz="1100"/>
            </a:lvl7pPr>
            <a:lvl8pPr indent="-298450" lvl="7" marL="3657600">
              <a:spcBef>
                <a:spcPts val="0"/>
              </a:spcBef>
              <a:spcAft>
                <a:spcPts val="0"/>
              </a:spcAft>
              <a:buClr>
                <a:schemeClr val="dk1"/>
              </a:buClr>
              <a:buSzPts val="1100"/>
              <a:buFont typeface="Nunito Sans"/>
              <a:buChar char="○"/>
              <a:defRPr sz="1100"/>
            </a:lvl8pPr>
            <a:lvl9pPr indent="-298450" lvl="8" marL="4114800">
              <a:spcBef>
                <a:spcPts val="0"/>
              </a:spcBef>
              <a:spcAft>
                <a:spcPts val="0"/>
              </a:spcAft>
              <a:buClr>
                <a:schemeClr val="dk1"/>
              </a:buClr>
              <a:buSzPts val="1100"/>
              <a:buFont typeface="Nunito Sans"/>
              <a:buChar char="■"/>
              <a:defRPr sz="1100"/>
            </a:lvl9pPr>
          </a:lstStyle>
          <a:p/>
        </p:txBody>
      </p:sp>
      <p:sp>
        <p:nvSpPr>
          <p:cNvPr id="361" name="Google Shape;361;p36"/>
          <p:cNvSpPr txBox="1"/>
          <p:nvPr>
            <p:ph idx="2" type="body"/>
          </p:nvPr>
        </p:nvSpPr>
        <p:spPr>
          <a:xfrm>
            <a:off x="4819600" y="234240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62" name="Google Shape;362;p36"/>
          <p:cNvSpPr txBox="1"/>
          <p:nvPr>
            <p:ph idx="3" type="body"/>
          </p:nvPr>
        </p:nvSpPr>
        <p:spPr>
          <a:xfrm>
            <a:off x="4819600" y="98355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63" name="Google Shape;363;p36"/>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BLANK_1_1_1_1_1_1_2">
    <p:bg>
      <p:bgPr>
        <a:solidFill>
          <a:schemeClr val="accent1"/>
        </a:solidFill>
      </p:bgPr>
    </p:bg>
    <p:spTree>
      <p:nvGrpSpPr>
        <p:cNvPr id="364" name="Shape 364"/>
        <p:cNvGrpSpPr/>
        <p:nvPr/>
      </p:nvGrpSpPr>
      <p:grpSpPr>
        <a:xfrm>
          <a:off x="0" y="0"/>
          <a:ext cx="0" cy="0"/>
          <a:chOff x="0" y="0"/>
          <a:chExt cx="0" cy="0"/>
        </a:xfrm>
      </p:grpSpPr>
      <p:pic>
        <p:nvPicPr>
          <p:cNvPr id="365" name="Google Shape;365;p37"/>
          <p:cNvPicPr preferRelativeResize="0"/>
          <p:nvPr/>
        </p:nvPicPr>
        <p:blipFill rotWithShape="1">
          <a:blip r:embed="rId2">
            <a:alphaModFix/>
          </a:blip>
          <a:srcRect b="0" l="0" r="54483" t="51307"/>
          <a:stretch/>
        </p:blipFill>
        <p:spPr>
          <a:xfrm flipH="1" rot="10800000">
            <a:off x="6802800" y="2639053"/>
            <a:ext cx="2341200" cy="2504451"/>
          </a:xfrm>
          <a:prstGeom prst="rect">
            <a:avLst/>
          </a:prstGeom>
          <a:noFill/>
          <a:ln>
            <a:noFill/>
          </a:ln>
        </p:spPr>
      </p:pic>
      <p:sp>
        <p:nvSpPr>
          <p:cNvPr id="366" name="Google Shape;366;p3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367" name="Google Shape;367;p37"/>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solidFill>
                  <a:schemeClr val="dk2"/>
                </a:solidFill>
              </a:defRPr>
            </a:lvl1pPr>
            <a:lvl2pPr lvl="1"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9pPr>
          </a:lstStyle>
          <a:p/>
        </p:txBody>
      </p:sp>
      <p:sp>
        <p:nvSpPr>
          <p:cNvPr id="368" name="Google Shape;368;p37"/>
          <p:cNvSpPr txBox="1"/>
          <p:nvPr>
            <p:ph idx="1" type="subTitle"/>
          </p:nvPr>
        </p:nvSpPr>
        <p:spPr>
          <a:xfrm>
            <a:off x="2398650" y="3194700"/>
            <a:ext cx="4346700" cy="452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369" name="Google Shape;369;p37"/>
          <p:cNvSpPr/>
          <p:nvPr/>
        </p:nvSpPr>
        <p:spPr>
          <a:xfrm flipH="1">
            <a:off x="11"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70" name="Google Shape;370;p37"/>
          <p:cNvSpPr txBox="1"/>
          <p:nvPr>
            <p:ph idx="2" type="body"/>
          </p:nvPr>
        </p:nvSpPr>
        <p:spPr>
          <a:xfrm>
            <a:off x="3447988" y="3693650"/>
            <a:ext cx="2247900" cy="4002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Clr>
                <a:schemeClr val="dk2"/>
              </a:buClr>
              <a:buSzPts val="1000"/>
              <a:buFont typeface="Nunito Sans"/>
              <a:buChar char="●"/>
              <a:defRPr sz="1000">
                <a:solidFill>
                  <a:schemeClr val="dk2"/>
                </a:solidFill>
              </a:defRPr>
            </a:lvl1pPr>
            <a:lvl2pPr indent="-292100" lvl="1" marL="914400" algn="ctr">
              <a:spcBef>
                <a:spcPts val="0"/>
              </a:spcBef>
              <a:spcAft>
                <a:spcPts val="0"/>
              </a:spcAft>
              <a:buClr>
                <a:schemeClr val="dk2"/>
              </a:buClr>
              <a:buSzPts val="1000"/>
              <a:buFont typeface="Nunito Sans"/>
              <a:buChar char="○"/>
              <a:defRPr sz="1000">
                <a:solidFill>
                  <a:schemeClr val="dk2"/>
                </a:solidFill>
              </a:defRPr>
            </a:lvl2pPr>
            <a:lvl3pPr indent="-292100" lvl="2" marL="1371600" algn="ctr">
              <a:spcBef>
                <a:spcPts val="0"/>
              </a:spcBef>
              <a:spcAft>
                <a:spcPts val="0"/>
              </a:spcAft>
              <a:buClr>
                <a:schemeClr val="dk2"/>
              </a:buClr>
              <a:buSzPts val="1000"/>
              <a:buFont typeface="Nunito Sans"/>
              <a:buChar char="■"/>
              <a:defRPr sz="1000">
                <a:solidFill>
                  <a:schemeClr val="dk2"/>
                </a:solidFill>
              </a:defRPr>
            </a:lvl3pPr>
            <a:lvl4pPr indent="-292100" lvl="3" marL="1828800" algn="ctr">
              <a:spcBef>
                <a:spcPts val="0"/>
              </a:spcBef>
              <a:spcAft>
                <a:spcPts val="0"/>
              </a:spcAft>
              <a:buClr>
                <a:schemeClr val="dk2"/>
              </a:buClr>
              <a:buSzPts val="1000"/>
              <a:buFont typeface="Nunito Sans"/>
              <a:buChar char="●"/>
              <a:defRPr sz="1000">
                <a:solidFill>
                  <a:schemeClr val="dk2"/>
                </a:solidFill>
              </a:defRPr>
            </a:lvl4pPr>
            <a:lvl5pPr indent="-292100" lvl="4" marL="2286000" algn="ctr">
              <a:spcBef>
                <a:spcPts val="0"/>
              </a:spcBef>
              <a:spcAft>
                <a:spcPts val="0"/>
              </a:spcAft>
              <a:buClr>
                <a:schemeClr val="dk2"/>
              </a:buClr>
              <a:buSzPts val="1000"/>
              <a:buFont typeface="Nunito Sans"/>
              <a:buChar char="○"/>
              <a:defRPr sz="1000">
                <a:solidFill>
                  <a:schemeClr val="dk2"/>
                </a:solidFill>
              </a:defRPr>
            </a:lvl5pPr>
            <a:lvl6pPr indent="-292100" lvl="5" marL="2743200" algn="ctr">
              <a:spcBef>
                <a:spcPts val="0"/>
              </a:spcBef>
              <a:spcAft>
                <a:spcPts val="0"/>
              </a:spcAft>
              <a:buClr>
                <a:schemeClr val="dk2"/>
              </a:buClr>
              <a:buSzPts val="1000"/>
              <a:buFont typeface="Nunito Sans"/>
              <a:buChar char="■"/>
              <a:defRPr sz="1000">
                <a:solidFill>
                  <a:schemeClr val="dk2"/>
                </a:solidFill>
              </a:defRPr>
            </a:lvl6pPr>
            <a:lvl7pPr indent="-292100" lvl="6" marL="3200400" algn="ctr">
              <a:spcBef>
                <a:spcPts val="0"/>
              </a:spcBef>
              <a:spcAft>
                <a:spcPts val="0"/>
              </a:spcAft>
              <a:buClr>
                <a:schemeClr val="dk2"/>
              </a:buClr>
              <a:buSzPts val="1000"/>
              <a:buFont typeface="Nunito Sans"/>
              <a:buChar char="●"/>
              <a:defRPr sz="1000">
                <a:solidFill>
                  <a:schemeClr val="dk2"/>
                </a:solidFill>
              </a:defRPr>
            </a:lvl7pPr>
            <a:lvl8pPr indent="-292100" lvl="7" marL="3657600" algn="ctr">
              <a:spcBef>
                <a:spcPts val="0"/>
              </a:spcBef>
              <a:spcAft>
                <a:spcPts val="0"/>
              </a:spcAft>
              <a:buClr>
                <a:schemeClr val="dk2"/>
              </a:buClr>
              <a:buSzPts val="1000"/>
              <a:buFont typeface="Nunito Sans"/>
              <a:buChar char="○"/>
              <a:defRPr sz="1000">
                <a:solidFill>
                  <a:schemeClr val="dk2"/>
                </a:solidFill>
              </a:defRPr>
            </a:lvl8pPr>
            <a:lvl9pPr indent="-292100" lvl="8" marL="4114800" algn="ctr">
              <a:spcBef>
                <a:spcPts val="0"/>
              </a:spcBef>
              <a:spcAft>
                <a:spcPts val="0"/>
              </a:spcAft>
              <a:buClr>
                <a:schemeClr val="dk2"/>
              </a:buClr>
              <a:buSzPts val="1000"/>
              <a:buFont typeface="Nunito Sans"/>
              <a:buChar char="■"/>
              <a:defRPr sz="1000">
                <a:solidFill>
                  <a:schemeClr val="dk2"/>
                </a:solidFill>
              </a:defRPr>
            </a:lvl9pPr>
          </a:lstStyle>
          <a:p/>
        </p:txBody>
      </p:sp>
      <p:sp>
        <p:nvSpPr>
          <p:cNvPr id="371" name="Google Shape;371;p37"/>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72" name="Shape 372"/>
        <p:cNvGrpSpPr/>
        <p:nvPr/>
      </p:nvGrpSpPr>
      <p:grpSpPr>
        <a:xfrm>
          <a:off x="0" y="0"/>
          <a:ext cx="0" cy="0"/>
          <a:chOff x="0" y="0"/>
          <a:chExt cx="0" cy="0"/>
        </a:xfrm>
      </p:grpSpPr>
      <p:sp>
        <p:nvSpPr>
          <p:cNvPr id="373" name="Google Shape;373;p38"/>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74" name="Shape 374"/>
        <p:cNvGrpSpPr/>
        <p:nvPr/>
      </p:nvGrpSpPr>
      <p:grpSpPr>
        <a:xfrm>
          <a:off x="0" y="0"/>
          <a:ext cx="0" cy="0"/>
          <a:chOff x="0" y="0"/>
          <a:chExt cx="0" cy="0"/>
        </a:xfrm>
      </p:grpSpPr>
      <p:sp>
        <p:nvSpPr>
          <p:cNvPr id="375" name="Google Shape;375;p3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6" name="Google Shape;376;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77" name="Shape 377"/>
        <p:cNvGrpSpPr/>
        <p:nvPr/>
      </p:nvGrpSpPr>
      <p:grpSpPr>
        <a:xfrm>
          <a:off x="0" y="0"/>
          <a:ext cx="0" cy="0"/>
          <a:chOff x="0" y="0"/>
          <a:chExt cx="0" cy="0"/>
        </a:xfrm>
      </p:grpSpPr>
      <p:sp>
        <p:nvSpPr>
          <p:cNvPr id="378" name="Google Shape;378;p4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9" name="Google Shape;379;p4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40"/>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1" name="Shape 381"/>
        <p:cNvGrpSpPr/>
        <p:nvPr/>
      </p:nvGrpSpPr>
      <p:grpSpPr>
        <a:xfrm>
          <a:off x="0" y="0"/>
          <a:ext cx="0" cy="0"/>
          <a:chOff x="0" y="0"/>
          <a:chExt cx="0" cy="0"/>
        </a:xfrm>
      </p:grpSpPr>
      <p:sp>
        <p:nvSpPr>
          <p:cNvPr id="382" name="Google Shape;382;p4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83" name="Shape 383"/>
        <p:cNvGrpSpPr/>
        <p:nvPr/>
      </p:nvGrpSpPr>
      <p:grpSpPr>
        <a:xfrm>
          <a:off x="0" y="0"/>
          <a:ext cx="0" cy="0"/>
          <a:chOff x="0" y="0"/>
          <a:chExt cx="0" cy="0"/>
        </a:xfrm>
      </p:grpSpPr>
      <p:sp>
        <p:nvSpPr>
          <p:cNvPr id="384" name="Google Shape;384;p42"/>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85" name="Google Shape;385;p4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86" name="Shape 386"/>
        <p:cNvGrpSpPr/>
        <p:nvPr/>
      </p:nvGrpSpPr>
      <p:grpSpPr>
        <a:xfrm>
          <a:off x="0" y="0"/>
          <a:ext cx="0" cy="0"/>
          <a:chOff x="0" y="0"/>
          <a:chExt cx="0" cy="0"/>
        </a:xfrm>
      </p:grpSpPr>
      <p:sp>
        <p:nvSpPr>
          <p:cNvPr id="387" name="Google Shape;387;p43"/>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88" name="Google Shape;388;p4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89" name="Google Shape;389;p4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90" name="Shape 390"/>
        <p:cNvGrpSpPr/>
        <p:nvPr/>
      </p:nvGrpSpPr>
      <p:grpSpPr>
        <a:xfrm>
          <a:off x="0" y="0"/>
          <a:ext cx="0" cy="0"/>
          <a:chOff x="0" y="0"/>
          <a:chExt cx="0" cy="0"/>
        </a:xfrm>
      </p:grpSpPr>
      <p:sp>
        <p:nvSpPr>
          <p:cNvPr id="391" name="Google Shape;391;p4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92" name="Shape 392"/>
        <p:cNvGrpSpPr/>
        <p:nvPr/>
      </p:nvGrpSpPr>
      <p:grpSpPr>
        <a:xfrm>
          <a:off x="0" y="0"/>
          <a:ext cx="0" cy="0"/>
          <a:chOff x="0" y="0"/>
          <a:chExt cx="0" cy="0"/>
        </a:xfrm>
      </p:grpSpPr>
      <p:sp>
        <p:nvSpPr>
          <p:cNvPr id="393" name="Google Shape;393;p4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94" name="Google Shape;394;p4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5" name="Shape 395"/>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96" name="Shape 396"/>
        <p:cNvGrpSpPr/>
        <p:nvPr/>
      </p:nvGrpSpPr>
      <p:grpSpPr>
        <a:xfrm>
          <a:off x="0" y="0"/>
          <a:ext cx="0" cy="0"/>
          <a:chOff x="0" y="0"/>
          <a:chExt cx="0" cy="0"/>
        </a:xfrm>
      </p:grpSpPr>
      <p:sp>
        <p:nvSpPr>
          <p:cNvPr id="397" name="Google Shape;397;p47"/>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8" name="Google Shape;398;p4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4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0" name="Google Shape;400;p4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1" name="Google Shape;401;p4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2" name="Google Shape;402;p4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3" name="Google Shape;403;p4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4" name="Shape 404"/>
        <p:cNvGrpSpPr/>
        <p:nvPr/>
      </p:nvGrpSpPr>
      <p:grpSpPr>
        <a:xfrm>
          <a:off x="0" y="0"/>
          <a:ext cx="0" cy="0"/>
          <a:chOff x="0" y="0"/>
          <a:chExt cx="0" cy="0"/>
        </a:xfrm>
      </p:grpSpPr>
      <p:sp>
        <p:nvSpPr>
          <p:cNvPr id="405" name="Google Shape;405;p4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6" name="Google Shape;406;p4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7" name="Google Shape;407;p4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8" name="Shape 408"/>
        <p:cNvGrpSpPr/>
        <p:nvPr/>
      </p:nvGrpSpPr>
      <p:grpSpPr>
        <a:xfrm>
          <a:off x="0" y="0"/>
          <a:ext cx="0" cy="0"/>
          <a:chOff x="0" y="0"/>
          <a:chExt cx="0" cy="0"/>
        </a:xfrm>
      </p:grpSpPr>
      <p:sp>
        <p:nvSpPr>
          <p:cNvPr id="409" name="Google Shape;409;p49"/>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10" name="Google Shape;410;p4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1" name="Google Shape;411;p4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2" name="Google Shape;412;p4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4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4" name="Shape 414"/>
        <p:cNvGrpSpPr/>
        <p:nvPr/>
      </p:nvGrpSpPr>
      <p:grpSpPr>
        <a:xfrm>
          <a:off x="0" y="0"/>
          <a:ext cx="0" cy="0"/>
          <a:chOff x="0" y="0"/>
          <a:chExt cx="0" cy="0"/>
        </a:xfrm>
      </p:grpSpPr>
      <p:sp>
        <p:nvSpPr>
          <p:cNvPr id="415" name="Google Shape;415;p5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6" name="Google Shape;416;p5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7" name="Google Shape;417;p50"/>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18" name="Google Shape;418;p5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9" name="Google Shape;419;p5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0" name="Google Shape;420;p5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1" name="Google Shape;421;p5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22" name="Shape 422"/>
        <p:cNvGrpSpPr/>
        <p:nvPr/>
      </p:nvGrpSpPr>
      <p:grpSpPr>
        <a:xfrm>
          <a:off x="0" y="0"/>
          <a:ext cx="0" cy="0"/>
          <a:chOff x="0" y="0"/>
          <a:chExt cx="0" cy="0"/>
        </a:xfrm>
      </p:grpSpPr>
      <p:sp>
        <p:nvSpPr>
          <p:cNvPr id="423" name="Google Shape;423;p5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4" name="Google Shape;424;p5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5" name="Google Shape;425;p5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6" name="Google Shape;426;p5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7" name="Google Shape;427;p51"/>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28" name="Google Shape;428;p5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9" name="Google Shape;429;p5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5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5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32" name="Shape 432"/>
        <p:cNvGrpSpPr/>
        <p:nvPr/>
      </p:nvGrpSpPr>
      <p:grpSpPr>
        <a:xfrm>
          <a:off x="0" y="0"/>
          <a:ext cx="0" cy="0"/>
          <a:chOff x="0" y="0"/>
          <a:chExt cx="0" cy="0"/>
        </a:xfrm>
      </p:grpSpPr>
      <p:sp>
        <p:nvSpPr>
          <p:cNvPr id="433" name="Google Shape;433;p5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34" name="Google Shape;434;p5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35" name="Shape 435"/>
        <p:cNvGrpSpPr/>
        <p:nvPr/>
      </p:nvGrpSpPr>
      <p:grpSpPr>
        <a:xfrm>
          <a:off x="0" y="0"/>
          <a:ext cx="0" cy="0"/>
          <a:chOff x="0" y="0"/>
          <a:chExt cx="0" cy="0"/>
        </a:xfrm>
      </p:grpSpPr>
      <p:sp>
        <p:nvSpPr>
          <p:cNvPr id="436" name="Google Shape;436;p5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7" name="Google Shape;437;p53"/>
          <p:cNvSpPr/>
          <p:nvPr>
            <p:ph idx="2" type="pic"/>
          </p:nvPr>
        </p:nvSpPr>
        <p:spPr>
          <a:xfrm>
            <a:off x="4804825" y="1133300"/>
            <a:ext cx="4027500" cy="2392800"/>
          </a:xfrm>
          <a:prstGeom prst="rect">
            <a:avLst/>
          </a:prstGeom>
          <a:noFill/>
          <a:ln>
            <a:noFill/>
          </a:ln>
        </p:spPr>
      </p:sp>
      <p:sp>
        <p:nvSpPr>
          <p:cNvPr id="438" name="Google Shape;438;p53"/>
          <p:cNvSpPr/>
          <p:nvPr>
            <p:ph idx="3" type="pic"/>
          </p:nvPr>
        </p:nvSpPr>
        <p:spPr>
          <a:xfrm>
            <a:off x="311725" y="1133300"/>
            <a:ext cx="4027500" cy="2392800"/>
          </a:xfrm>
          <a:prstGeom prst="rect">
            <a:avLst/>
          </a:prstGeom>
          <a:noFill/>
          <a:ln>
            <a:noFill/>
          </a:ln>
        </p:spPr>
      </p:sp>
      <p:sp>
        <p:nvSpPr>
          <p:cNvPr id="439" name="Google Shape;439;p5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0" name="Google Shape;440;p53"/>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41" name="Google Shape;441;p5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2" name="Google Shape;442;p5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3" name="Shape 443"/>
        <p:cNvGrpSpPr/>
        <p:nvPr/>
      </p:nvGrpSpPr>
      <p:grpSpPr>
        <a:xfrm>
          <a:off x="0" y="0"/>
          <a:ext cx="0" cy="0"/>
          <a:chOff x="0" y="0"/>
          <a:chExt cx="0" cy="0"/>
        </a:xfrm>
      </p:grpSpPr>
      <p:sp>
        <p:nvSpPr>
          <p:cNvPr id="444" name="Google Shape;444;p5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5" name="Google Shape;445;p54"/>
          <p:cNvSpPr/>
          <p:nvPr>
            <p:ph idx="2" type="pic"/>
          </p:nvPr>
        </p:nvSpPr>
        <p:spPr>
          <a:xfrm>
            <a:off x="6205225" y="1128325"/>
            <a:ext cx="2627100" cy="2273100"/>
          </a:xfrm>
          <a:prstGeom prst="rect">
            <a:avLst/>
          </a:prstGeom>
          <a:noFill/>
          <a:ln>
            <a:noFill/>
          </a:ln>
        </p:spPr>
      </p:sp>
      <p:sp>
        <p:nvSpPr>
          <p:cNvPr id="446" name="Google Shape;446;p54"/>
          <p:cNvSpPr/>
          <p:nvPr>
            <p:ph idx="3" type="pic"/>
          </p:nvPr>
        </p:nvSpPr>
        <p:spPr>
          <a:xfrm>
            <a:off x="311725" y="1128325"/>
            <a:ext cx="2627100" cy="2273100"/>
          </a:xfrm>
          <a:prstGeom prst="rect">
            <a:avLst/>
          </a:prstGeom>
          <a:noFill/>
          <a:ln>
            <a:noFill/>
          </a:ln>
        </p:spPr>
      </p:sp>
      <p:sp>
        <p:nvSpPr>
          <p:cNvPr id="447" name="Google Shape;447;p5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8" name="Google Shape;448;p54"/>
          <p:cNvSpPr/>
          <p:nvPr>
            <p:ph idx="5" type="pic"/>
          </p:nvPr>
        </p:nvSpPr>
        <p:spPr>
          <a:xfrm>
            <a:off x="3255250" y="1128325"/>
            <a:ext cx="2627100" cy="2273100"/>
          </a:xfrm>
          <a:prstGeom prst="rect">
            <a:avLst/>
          </a:prstGeom>
          <a:noFill/>
          <a:ln>
            <a:noFill/>
          </a:ln>
        </p:spPr>
      </p:sp>
      <p:sp>
        <p:nvSpPr>
          <p:cNvPr id="449" name="Google Shape;449;p5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0" name="Google Shape;450;p5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51" name="Google Shape;451;p5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2" name="Google Shape;452;p5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3" name="Google Shape;453;p5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4" name="Shape 454"/>
        <p:cNvGrpSpPr/>
        <p:nvPr/>
      </p:nvGrpSpPr>
      <p:grpSpPr>
        <a:xfrm>
          <a:off x="0" y="0"/>
          <a:ext cx="0" cy="0"/>
          <a:chOff x="0" y="0"/>
          <a:chExt cx="0" cy="0"/>
        </a:xfrm>
      </p:grpSpPr>
      <p:sp>
        <p:nvSpPr>
          <p:cNvPr id="455" name="Google Shape;455;p5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56" name="Shape 456"/>
        <p:cNvGrpSpPr/>
        <p:nvPr/>
      </p:nvGrpSpPr>
      <p:grpSpPr>
        <a:xfrm>
          <a:off x="0" y="0"/>
          <a:ext cx="0" cy="0"/>
          <a:chOff x="0" y="0"/>
          <a:chExt cx="0" cy="0"/>
        </a:xfrm>
      </p:grpSpPr>
      <p:sp>
        <p:nvSpPr>
          <p:cNvPr id="457" name="Google Shape;457;p56"/>
          <p:cNvSpPr/>
          <p:nvPr>
            <p:ph idx="2" type="pic"/>
          </p:nvPr>
        </p:nvSpPr>
        <p:spPr>
          <a:xfrm>
            <a:off x="3389600" y="118913"/>
            <a:ext cx="1643700" cy="1535100"/>
          </a:xfrm>
          <a:prstGeom prst="rect">
            <a:avLst/>
          </a:prstGeom>
          <a:noFill/>
          <a:ln>
            <a:noFill/>
          </a:ln>
        </p:spPr>
      </p:sp>
      <p:sp>
        <p:nvSpPr>
          <p:cNvPr id="458" name="Google Shape;458;p56"/>
          <p:cNvSpPr/>
          <p:nvPr>
            <p:ph idx="3" type="pic"/>
          </p:nvPr>
        </p:nvSpPr>
        <p:spPr>
          <a:xfrm>
            <a:off x="5195935" y="118913"/>
            <a:ext cx="1643700" cy="1535100"/>
          </a:xfrm>
          <a:prstGeom prst="rect">
            <a:avLst/>
          </a:prstGeom>
          <a:noFill/>
          <a:ln>
            <a:noFill/>
          </a:ln>
        </p:spPr>
      </p:sp>
      <p:sp>
        <p:nvSpPr>
          <p:cNvPr id="459" name="Google Shape;459;p56"/>
          <p:cNvSpPr/>
          <p:nvPr>
            <p:ph idx="4" type="pic"/>
          </p:nvPr>
        </p:nvSpPr>
        <p:spPr>
          <a:xfrm>
            <a:off x="7002270" y="118913"/>
            <a:ext cx="1643700" cy="1535100"/>
          </a:xfrm>
          <a:prstGeom prst="rect">
            <a:avLst/>
          </a:prstGeom>
          <a:noFill/>
          <a:ln>
            <a:noFill/>
          </a:ln>
        </p:spPr>
      </p:sp>
      <p:sp>
        <p:nvSpPr>
          <p:cNvPr id="460" name="Google Shape;460;p56"/>
          <p:cNvSpPr/>
          <p:nvPr>
            <p:ph idx="5" type="pic"/>
          </p:nvPr>
        </p:nvSpPr>
        <p:spPr>
          <a:xfrm>
            <a:off x="3389588" y="1804212"/>
            <a:ext cx="1643700" cy="1535100"/>
          </a:xfrm>
          <a:prstGeom prst="rect">
            <a:avLst/>
          </a:prstGeom>
          <a:noFill/>
          <a:ln>
            <a:noFill/>
          </a:ln>
        </p:spPr>
      </p:sp>
      <p:sp>
        <p:nvSpPr>
          <p:cNvPr id="461" name="Google Shape;461;p56"/>
          <p:cNvSpPr/>
          <p:nvPr>
            <p:ph idx="6" type="pic"/>
          </p:nvPr>
        </p:nvSpPr>
        <p:spPr>
          <a:xfrm>
            <a:off x="5195922" y="1804212"/>
            <a:ext cx="1643700" cy="1535100"/>
          </a:xfrm>
          <a:prstGeom prst="rect">
            <a:avLst/>
          </a:prstGeom>
          <a:noFill/>
          <a:ln>
            <a:noFill/>
          </a:ln>
        </p:spPr>
      </p:sp>
      <p:sp>
        <p:nvSpPr>
          <p:cNvPr id="462" name="Google Shape;462;p56"/>
          <p:cNvSpPr/>
          <p:nvPr>
            <p:ph idx="7" type="pic"/>
          </p:nvPr>
        </p:nvSpPr>
        <p:spPr>
          <a:xfrm>
            <a:off x="7002257" y="1804212"/>
            <a:ext cx="1643700" cy="1535100"/>
          </a:xfrm>
          <a:prstGeom prst="rect">
            <a:avLst/>
          </a:prstGeom>
          <a:noFill/>
          <a:ln>
            <a:noFill/>
          </a:ln>
        </p:spPr>
      </p:sp>
      <p:sp>
        <p:nvSpPr>
          <p:cNvPr id="463" name="Google Shape;463;p5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64" name="Google Shape;464;p56"/>
          <p:cNvSpPr/>
          <p:nvPr>
            <p:ph idx="8" type="pic"/>
          </p:nvPr>
        </p:nvSpPr>
        <p:spPr>
          <a:xfrm>
            <a:off x="3389588" y="3489487"/>
            <a:ext cx="1643700" cy="1535100"/>
          </a:xfrm>
          <a:prstGeom prst="rect">
            <a:avLst/>
          </a:prstGeom>
          <a:noFill/>
          <a:ln>
            <a:noFill/>
          </a:ln>
        </p:spPr>
      </p:sp>
      <p:sp>
        <p:nvSpPr>
          <p:cNvPr id="465" name="Google Shape;465;p56"/>
          <p:cNvSpPr/>
          <p:nvPr>
            <p:ph idx="9" type="pic"/>
          </p:nvPr>
        </p:nvSpPr>
        <p:spPr>
          <a:xfrm>
            <a:off x="5195922" y="3489487"/>
            <a:ext cx="1643700" cy="1535100"/>
          </a:xfrm>
          <a:prstGeom prst="rect">
            <a:avLst/>
          </a:prstGeom>
          <a:noFill/>
          <a:ln>
            <a:noFill/>
          </a:ln>
        </p:spPr>
      </p:sp>
      <p:sp>
        <p:nvSpPr>
          <p:cNvPr id="466" name="Google Shape;466;p5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theme" Target="../theme/theme1.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833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lnSpc>
                <a:spcPct val="115000"/>
              </a:lnSpc>
              <a:spcBef>
                <a:spcPts val="800"/>
              </a:spcBef>
              <a:spcAft>
                <a:spcPts val="80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
        <p:nvSpPr>
          <p:cNvPr id="52" name="Google Shape;52;p13"/>
          <p:cNvSpPr txBox="1"/>
          <p:nvPr>
            <p:ph type="title"/>
          </p:nvPr>
        </p:nvSpPr>
        <p:spPr>
          <a:xfrm>
            <a:off x="228600" y="256925"/>
            <a:ext cx="5707200" cy="587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None/>
              <a:defRPr b="1" sz="2800">
                <a:solidFill>
                  <a:schemeClr val="dk1"/>
                </a:solidFill>
                <a:latin typeface="Poppins"/>
                <a:ea typeface="Poppins"/>
                <a:cs typeface="Poppins"/>
                <a:sym typeface="Poppins"/>
              </a:defRPr>
            </a:lvl1pPr>
            <a:lvl2pPr lvl="1">
              <a:spcBef>
                <a:spcPts val="0"/>
              </a:spcBef>
              <a:spcAft>
                <a:spcPts val="0"/>
              </a:spcAft>
              <a:buNone/>
              <a:defRPr sz="2800">
                <a:solidFill>
                  <a:schemeClr val="dk1"/>
                </a:solidFill>
                <a:latin typeface="Poppins SemiBold"/>
                <a:ea typeface="Poppins SemiBold"/>
                <a:cs typeface="Poppins SemiBold"/>
                <a:sym typeface="Poppins SemiBold"/>
              </a:defRPr>
            </a:lvl2pPr>
            <a:lvl3pPr lvl="2">
              <a:spcBef>
                <a:spcPts val="0"/>
              </a:spcBef>
              <a:spcAft>
                <a:spcPts val="0"/>
              </a:spcAft>
              <a:buNone/>
              <a:defRPr sz="2800">
                <a:solidFill>
                  <a:schemeClr val="dk1"/>
                </a:solidFill>
                <a:latin typeface="Poppins SemiBold"/>
                <a:ea typeface="Poppins SemiBold"/>
                <a:cs typeface="Poppins SemiBold"/>
                <a:sym typeface="Poppins SemiBold"/>
              </a:defRPr>
            </a:lvl3pPr>
            <a:lvl4pPr lvl="3">
              <a:spcBef>
                <a:spcPts val="0"/>
              </a:spcBef>
              <a:spcAft>
                <a:spcPts val="0"/>
              </a:spcAft>
              <a:buNone/>
              <a:defRPr sz="2800">
                <a:solidFill>
                  <a:schemeClr val="dk1"/>
                </a:solidFill>
                <a:latin typeface="Poppins SemiBold"/>
                <a:ea typeface="Poppins SemiBold"/>
                <a:cs typeface="Poppins SemiBold"/>
                <a:sym typeface="Poppins SemiBold"/>
              </a:defRPr>
            </a:lvl4pPr>
            <a:lvl5pPr lvl="4">
              <a:spcBef>
                <a:spcPts val="0"/>
              </a:spcBef>
              <a:spcAft>
                <a:spcPts val="0"/>
              </a:spcAft>
              <a:buNone/>
              <a:defRPr sz="2800">
                <a:solidFill>
                  <a:schemeClr val="dk1"/>
                </a:solidFill>
                <a:latin typeface="Poppins SemiBold"/>
                <a:ea typeface="Poppins SemiBold"/>
                <a:cs typeface="Poppins SemiBold"/>
                <a:sym typeface="Poppins SemiBold"/>
              </a:defRPr>
            </a:lvl5pPr>
            <a:lvl6pPr lvl="5">
              <a:spcBef>
                <a:spcPts val="0"/>
              </a:spcBef>
              <a:spcAft>
                <a:spcPts val="0"/>
              </a:spcAft>
              <a:buNone/>
              <a:defRPr sz="2800">
                <a:solidFill>
                  <a:schemeClr val="dk1"/>
                </a:solidFill>
                <a:latin typeface="Poppins SemiBold"/>
                <a:ea typeface="Poppins SemiBold"/>
                <a:cs typeface="Poppins SemiBold"/>
                <a:sym typeface="Poppins SemiBold"/>
              </a:defRPr>
            </a:lvl6pPr>
            <a:lvl7pPr lvl="6">
              <a:spcBef>
                <a:spcPts val="0"/>
              </a:spcBef>
              <a:spcAft>
                <a:spcPts val="0"/>
              </a:spcAft>
              <a:buNone/>
              <a:defRPr sz="2800">
                <a:solidFill>
                  <a:schemeClr val="dk1"/>
                </a:solidFill>
                <a:latin typeface="Poppins SemiBold"/>
                <a:ea typeface="Poppins SemiBold"/>
                <a:cs typeface="Poppins SemiBold"/>
                <a:sym typeface="Poppins SemiBold"/>
              </a:defRPr>
            </a:lvl7pPr>
            <a:lvl8pPr lvl="7">
              <a:spcBef>
                <a:spcPts val="0"/>
              </a:spcBef>
              <a:spcAft>
                <a:spcPts val="0"/>
              </a:spcAft>
              <a:buNone/>
              <a:defRPr sz="2800">
                <a:solidFill>
                  <a:schemeClr val="dk1"/>
                </a:solidFill>
                <a:latin typeface="Poppins SemiBold"/>
                <a:ea typeface="Poppins SemiBold"/>
                <a:cs typeface="Poppins SemiBold"/>
                <a:sym typeface="Poppins SemiBold"/>
              </a:defRPr>
            </a:lvl8pPr>
            <a:lvl9pPr lvl="8">
              <a:spcBef>
                <a:spcPts val="0"/>
              </a:spcBef>
              <a:spcAft>
                <a:spcPts val="0"/>
              </a:spcAft>
              <a:buNone/>
              <a:defRPr sz="2800">
                <a:solidFill>
                  <a:schemeClr val="dk1"/>
                </a:solidFill>
                <a:latin typeface="Poppins SemiBold"/>
                <a:ea typeface="Poppins SemiBold"/>
                <a:cs typeface="Poppins SemiBold"/>
                <a:sym typeface="Poppins SemiBold"/>
              </a:defRPr>
            </a:lvl9pPr>
          </a:lstStyle>
          <a:p/>
        </p:txBody>
      </p:sp>
      <p:sp>
        <p:nvSpPr>
          <p:cNvPr id="53" name="Google Shape;53;p13"/>
          <p:cNvSpPr txBox="1"/>
          <p:nvPr>
            <p:ph idx="2" type="body"/>
          </p:nvPr>
        </p:nvSpPr>
        <p:spPr>
          <a:xfrm>
            <a:off x="4392125" y="1843600"/>
            <a:ext cx="3919500" cy="27732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9.jpg"/><Relationship Id="rId5" Type="http://schemas.openxmlformats.org/officeDocument/2006/relationships/image" Target="../media/image19.jpg"/><Relationship Id="rId6"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 Id="rId3"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 Id="rId3"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 Id="rId3" Type="http://schemas.openxmlformats.org/officeDocument/2006/relationships/image" Target="../media/image1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3.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57"/>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800"/>
              <a:t>Red Team Thinking for OPSEC: Why Privacy Fails in Practice </a:t>
            </a:r>
            <a:endParaRPr sz="3800"/>
          </a:p>
        </p:txBody>
      </p:sp>
      <p:sp>
        <p:nvSpPr>
          <p:cNvPr id="472" name="Google Shape;472;p57"/>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
              <a:t>Dimitri Weaver</a:t>
            </a:r>
            <a:endParaRPr sz="400"/>
          </a:p>
        </p:txBody>
      </p:sp>
      <p:sp>
        <p:nvSpPr>
          <p:cNvPr id="473" name="Google Shape;473;p57"/>
          <p:cNvSpPr/>
          <p:nvPr/>
        </p:nvSpPr>
        <p:spPr>
          <a:xfrm>
            <a:off x="2927849" y="3637225"/>
            <a:ext cx="9459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2"/>
                </a:solidFill>
                <a:latin typeface="Nunito Sans"/>
                <a:ea typeface="Nunito Sans"/>
                <a:cs typeface="Nunito Sans"/>
                <a:sym typeface="Nunito Sans"/>
              </a:rPr>
              <a:t>B-Sides</a:t>
            </a:r>
            <a:endParaRPr b="1" sz="1000">
              <a:solidFill>
                <a:schemeClr val="dk2"/>
              </a:solidFill>
              <a:latin typeface="Nunito Sans"/>
              <a:ea typeface="Nunito Sans"/>
              <a:cs typeface="Nunito Sans"/>
              <a:sym typeface="Nunito Sans"/>
            </a:endParaRPr>
          </a:p>
        </p:txBody>
      </p:sp>
      <p:sp>
        <p:nvSpPr>
          <p:cNvPr id="474" name="Google Shape;474;p57"/>
          <p:cNvSpPr/>
          <p:nvPr/>
        </p:nvSpPr>
        <p:spPr>
          <a:xfrm>
            <a:off x="3910781" y="3637225"/>
            <a:ext cx="10776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2"/>
                </a:solidFill>
                <a:latin typeface="Nunito Sans"/>
                <a:ea typeface="Nunito Sans"/>
                <a:cs typeface="Nunito Sans"/>
                <a:sym typeface="Nunito Sans"/>
              </a:rPr>
              <a:t>Rochester</a:t>
            </a:r>
            <a:endParaRPr b="1" sz="1000">
              <a:solidFill>
                <a:schemeClr val="dk2"/>
              </a:solidFill>
              <a:latin typeface="Nunito Sans"/>
              <a:ea typeface="Nunito Sans"/>
              <a:cs typeface="Nunito Sans"/>
              <a:sym typeface="Nunito Sans"/>
            </a:endParaRPr>
          </a:p>
        </p:txBody>
      </p:sp>
      <p:sp>
        <p:nvSpPr>
          <p:cNvPr id="475" name="Google Shape;475;p57"/>
          <p:cNvSpPr/>
          <p:nvPr/>
        </p:nvSpPr>
        <p:spPr>
          <a:xfrm>
            <a:off x="5039326" y="3637225"/>
            <a:ext cx="11166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2"/>
                </a:solidFill>
                <a:latin typeface="Nunito Sans"/>
                <a:ea typeface="Nunito Sans"/>
                <a:cs typeface="Nunito Sans"/>
                <a:sym typeface="Nunito Sans"/>
              </a:rPr>
              <a:t>2026-06-06</a:t>
            </a:r>
            <a:endParaRPr b="1" sz="1000">
              <a:solidFill>
                <a:schemeClr val="dk2"/>
              </a:solidFill>
              <a:latin typeface="Nunito Sans"/>
              <a:ea typeface="Nunito Sans"/>
              <a:cs typeface="Nunito Sans"/>
              <a:sym typeface="Nunito Sans"/>
            </a:endParaRPr>
          </a:p>
        </p:txBody>
      </p:sp>
      <p:sp>
        <p:nvSpPr>
          <p:cNvPr id="476" name="Google Shape;476;p57"/>
          <p:cNvSpPr/>
          <p:nvPr/>
        </p:nvSpPr>
        <p:spPr>
          <a:xfrm rot="-395291">
            <a:off x="3110326" y="3199308"/>
            <a:ext cx="3041752" cy="281119"/>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sp>
        <p:nvSpPr>
          <p:cNvPr id="477" name="Google Shape;477;p57"/>
          <p:cNvSpPr/>
          <p:nvPr/>
        </p:nvSpPr>
        <p:spPr>
          <a:xfrm rot="-509448">
            <a:off x="4276371" y="3322374"/>
            <a:ext cx="1877891" cy="123212"/>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8"/>
          <p:cNvSpPr/>
          <p:nvPr/>
        </p:nvSpPr>
        <p:spPr>
          <a:xfrm>
            <a:off x="3577325" y="53655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483" name="Google Shape;483;p58"/>
          <p:cNvSpPr/>
          <p:nvPr/>
        </p:nvSpPr>
        <p:spPr>
          <a:xfrm>
            <a:off x="3577325" y="122860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484" name="Google Shape;484;p58"/>
          <p:cNvSpPr/>
          <p:nvPr/>
        </p:nvSpPr>
        <p:spPr>
          <a:xfrm>
            <a:off x="3577325" y="192065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485" name="Google Shape;485;p58"/>
          <p:cNvSpPr/>
          <p:nvPr/>
        </p:nvSpPr>
        <p:spPr>
          <a:xfrm>
            <a:off x="3577325" y="261270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486" name="Google Shape;486;p58"/>
          <p:cNvSpPr/>
          <p:nvPr/>
        </p:nvSpPr>
        <p:spPr>
          <a:xfrm>
            <a:off x="3577325" y="330475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487" name="Google Shape;487;p58"/>
          <p:cNvSpPr/>
          <p:nvPr/>
        </p:nvSpPr>
        <p:spPr>
          <a:xfrm>
            <a:off x="3577325" y="399680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cxnSp>
        <p:nvCxnSpPr>
          <p:cNvPr id="488" name="Google Shape;488;p58"/>
          <p:cNvCxnSpPr/>
          <p:nvPr/>
        </p:nvCxnSpPr>
        <p:spPr>
          <a:xfrm>
            <a:off x="4087725" y="1082675"/>
            <a:ext cx="4770000" cy="0"/>
          </a:xfrm>
          <a:prstGeom prst="straightConnector1">
            <a:avLst/>
          </a:prstGeom>
          <a:noFill/>
          <a:ln cap="flat" cmpd="sng" w="9525">
            <a:solidFill>
              <a:schemeClr val="accent6"/>
            </a:solidFill>
            <a:prstDash val="solid"/>
            <a:round/>
            <a:headEnd len="med" w="med" type="none"/>
            <a:tailEnd len="med" w="med" type="none"/>
          </a:ln>
        </p:spPr>
      </p:cxnSp>
      <p:cxnSp>
        <p:nvCxnSpPr>
          <p:cNvPr id="489" name="Google Shape;489;p58"/>
          <p:cNvCxnSpPr/>
          <p:nvPr/>
        </p:nvCxnSpPr>
        <p:spPr>
          <a:xfrm>
            <a:off x="4087725" y="1774725"/>
            <a:ext cx="4770000" cy="0"/>
          </a:xfrm>
          <a:prstGeom prst="straightConnector1">
            <a:avLst/>
          </a:prstGeom>
          <a:noFill/>
          <a:ln cap="flat" cmpd="sng" w="9525">
            <a:solidFill>
              <a:schemeClr val="accent6"/>
            </a:solidFill>
            <a:prstDash val="solid"/>
            <a:round/>
            <a:headEnd len="med" w="med" type="none"/>
            <a:tailEnd len="med" w="med" type="none"/>
          </a:ln>
        </p:spPr>
      </p:cxnSp>
      <p:cxnSp>
        <p:nvCxnSpPr>
          <p:cNvPr id="490" name="Google Shape;490;p58"/>
          <p:cNvCxnSpPr/>
          <p:nvPr/>
        </p:nvCxnSpPr>
        <p:spPr>
          <a:xfrm>
            <a:off x="4087725" y="2466775"/>
            <a:ext cx="4770000" cy="0"/>
          </a:xfrm>
          <a:prstGeom prst="straightConnector1">
            <a:avLst/>
          </a:prstGeom>
          <a:noFill/>
          <a:ln cap="flat" cmpd="sng" w="9525">
            <a:solidFill>
              <a:schemeClr val="accent6"/>
            </a:solidFill>
            <a:prstDash val="solid"/>
            <a:round/>
            <a:headEnd len="med" w="med" type="none"/>
            <a:tailEnd len="med" w="med" type="none"/>
          </a:ln>
        </p:spPr>
      </p:cxnSp>
      <p:cxnSp>
        <p:nvCxnSpPr>
          <p:cNvPr id="491" name="Google Shape;491;p58"/>
          <p:cNvCxnSpPr/>
          <p:nvPr/>
        </p:nvCxnSpPr>
        <p:spPr>
          <a:xfrm>
            <a:off x="4087725" y="3158825"/>
            <a:ext cx="4770000" cy="0"/>
          </a:xfrm>
          <a:prstGeom prst="straightConnector1">
            <a:avLst/>
          </a:prstGeom>
          <a:noFill/>
          <a:ln cap="flat" cmpd="sng" w="9525">
            <a:solidFill>
              <a:schemeClr val="accent6"/>
            </a:solidFill>
            <a:prstDash val="solid"/>
            <a:round/>
            <a:headEnd len="med" w="med" type="none"/>
            <a:tailEnd len="med" w="med" type="none"/>
          </a:ln>
        </p:spPr>
      </p:cxnSp>
      <p:cxnSp>
        <p:nvCxnSpPr>
          <p:cNvPr id="492" name="Google Shape;492;p58"/>
          <p:cNvCxnSpPr/>
          <p:nvPr/>
        </p:nvCxnSpPr>
        <p:spPr>
          <a:xfrm>
            <a:off x="4087725" y="3850875"/>
            <a:ext cx="4770000" cy="0"/>
          </a:xfrm>
          <a:prstGeom prst="straightConnector1">
            <a:avLst/>
          </a:prstGeom>
          <a:noFill/>
          <a:ln cap="flat" cmpd="sng" w="9525">
            <a:solidFill>
              <a:schemeClr val="accent6"/>
            </a:solidFill>
            <a:prstDash val="solid"/>
            <a:round/>
            <a:headEnd len="med" w="med" type="none"/>
            <a:tailEnd len="med" w="med" type="none"/>
          </a:ln>
        </p:spPr>
      </p:cxnSp>
      <p:sp>
        <p:nvSpPr>
          <p:cNvPr id="493" name="Google Shape;493;p58"/>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94" name="Google Shape;494;p58"/>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95" name="Google Shape;495;p58"/>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496" name="Google Shape;496;p58"/>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497" name="Google Shape;497;p58"/>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498" name="Google Shape;498;p58"/>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499" name="Google Shape;499;p58"/>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Introductions</a:t>
            </a:r>
            <a:endParaRPr/>
          </a:p>
        </p:txBody>
      </p:sp>
      <p:sp>
        <p:nvSpPr>
          <p:cNvPr id="500" name="Google Shape;500;p58"/>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Analyst Mindset: How Attribution Begins</a:t>
            </a:r>
            <a:endParaRPr/>
          </a:p>
        </p:txBody>
      </p:sp>
      <p:sp>
        <p:nvSpPr>
          <p:cNvPr id="501" name="Google Shape;501;p58"/>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How Identity Emerges From Habit and Pattern</a:t>
            </a:r>
            <a:endParaRPr/>
          </a:p>
        </p:txBody>
      </p:sp>
      <p:sp>
        <p:nvSpPr>
          <p:cNvPr id="502" name="Google Shape;502;p58"/>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Identity Exists Across Systems and Relationships</a:t>
            </a:r>
            <a:endParaRPr/>
          </a:p>
        </p:txBody>
      </p:sp>
      <p:sp>
        <p:nvSpPr>
          <p:cNvPr id="503" name="Google Shape;503;p58"/>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Threat Modeling and Defensive OPSEC</a:t>
            </a:r>
            <a:endParaRPr/>
          </a:p>
        </p:txBody>
      </p:sp>
      <p:sp>
        <p:nvSpPr>
          <p:cNvPr id="504" name="Google Shape;504;p58"/>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Reality of Attribution and the Persistent Analyst</a:t>
            </a:r>
            <a:endParaRPr/>
          </a:p>
        </p:txBody>
      </p:sp>
      <p:sp>
        <p:nvSpPr>
          <p:cNvPr id="505" name="Google Shape;505;p58"/>
          <p:cNvSpPr txBox="1"/>
          <p:nvPr>
            <p:ph type="title"/>
          </p:nvPr>
        </p:nvSpPr>
        <p:spPr>
          <a:xfrm>
            <a:off x="228600" y="256925"/>
            <a:ext cx="2926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Agenda</a:t>
            </a:r>
            <a:endParaRPr/>
          </a:p>
        </p:txBody>
      </p:sp>
      <p:sp>
        <p:nvSpPr>
          <p:cNvPr id="506" name="Google Shape;506;p58"/>
          <p:cNvSpPr/>
          <p:nvPr/>
        </p:nvSpPr>
        <p:spPr>
          <a:xfrm rot="188826">
            <a:off x="319974" y="856283"/>
            <a:ext cx="1440087" cy="45350"/>
          </a:xfrm>
          <a:custGeom>
            <a:rect b="b" l="l" r="r" t="t"/>
            <a:pathLst>
              <a:path extrusionOk="0" h="1814" w="57603">
                <a:moveTo>
                  <a:pt x="0" y="1814"/>
                </a:moveTo>
                <a:cubicBezTo>
                  <a:pt x="19211" y="1814"/>
                  <a:pt x="38392" y="0"/>
                  <a:pt x="57603" y="0"/>
                </a:cubicBezTo>
              </a:path>
            </a:pathLst>
          </a:custGeom>
          <a:noFill/>
          <a:ln cap="flat" cmpd="sng" w="19050">
            <a:solidFill>
              <a:schemeClr val="lt2"/>
            </a:solidFill>
            <a:prstDash val="solid"/>
            <a:round/>
            <a:headEnd len="med" w="med" type="none"/>
            <a:tailEnd len="med" w="med" type="none"/>
          </a:ln>
        </p:spPr>
      </p:sp>
      <p:sp>
        <p:nvSpPr>
          <p:cNvPr id="507" name="Google Shape;507;p58"/>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9"/>
          <p:cNvSpPr txBox="1"/>
          <p:nvPr>
            <p:ph type="title"/>
          </p:nvPr>
        </p:nvSpPr>
        <p:spPr>
          <a:xfrm>
            <a:off x="228600" y="22860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Meet the Speaker!</a:t>
            </a:r>
            <a:endParaRPr/>
          </a:p>
        </p:txBody>
      </p:sp>
      <p:pic>
        <p:nvPicPr>
          <p:cNvPr descr="Professional Photographer at Work (Provided by Getty Images)" id="513" name="Google Shape;513;p59"/>
          <p:cNvPicPr preferRelativeResize="0"/>
          <p:nvPr>
            <p:ph idx="3" type="pic"/>
          </p:nvPr>
        </p:nvPicPr>
        <p:blipFill rotWithShape="1">
          <a:blip r:embed="rId3">
            <a:alphaModFix/>
          </a:blip>
          <a:srcRect b="0" l="16600" r="16600" t="0"/>
          <a:stretch/>
        </p:blipFill>
        <p:spPr>
          <a:xfrm>
            <a:off x="988450" y="2967538"/>
            <a:ext cx="1264200" cy="1258500"/>
          </a:xfrm>
          <a:prstGeom prst="roundRect">
            <a:avLst>
              <a:gd fmla="val 16667" name="adj"/>
            </a:avLst>
          </a:prstGeom>
        </p:spPr>
      </p:pic>
      <p:sp>
        <p:nvSpPr>
          <p:cNvPr id="514" name="Google Shape;514;p59"/>
          <p:cNvSpPr txBox="1"/>
          <p:nvPr>
            <p:ph idx="4" type="subTitle"/>
          </p:nvPr>
        </p:nvSpPr>
        <p:spPr>
          <a:xfrm>
            <a:off x="2317068" y="2953117"/>
            <a:ext cx="13146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1200"/>
              <a:t>Dimitri Weaver</a:t>
            </a:r>
            <a:endParaRPr sz="1200"/>
          </a:p>
        </p:txBody>
      </p:sp>
      <p:sp>
        <p:nvSpPr>
          <p:cNvPr id="515" name="Google Shape;515;p59"/>
          <p:cNvSpPr txBox="1"/>
          <p:nvPr>
            <p:ph idx="6" type="body"/>
          </p:nvPr>
        </p:nvSpPr>
        <p:spPr>
          <a:xfrm>
            <a:off x="2409443" y="3459387"/>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200"/>
              <a:t>Not great at acronyms, spelling, or sitting still. Great at asking uncomfortable questions.</a:t>
            </a:r>
            <a:endParaRPr sz="1200"/>
          </a:p>
        </p:txBody>
      </p:sp>
      <p:pic>
        <p:nvPicPr>
          <p:cNvPr descr="A portrait of a man with his arms crossed. " id="516" name="Google Shape;516;p59"/>
          <p:cNvPicPr preferRelativeResize="0"/>
          <p:nvPr>
            <p:ph idx="7" type="pic"/>
          </p:nvPr>
        </p:nvPicPr>
        <p:blipFill rotWithShape="1">
          <a:blip r:embed="rId4">
            <a:alphaModFix/>
          </a:blip>
          <a:srcRect b="20767" l="26881" r="20069" t="0"/>
          <a:stretch/>
        </p:blipFill>
        <p:spPr>
          <a:xfrm>
            <a:off x="4685500" y="1169975"/>
            <a:ext cx="1264200" cy="1258500"/>
          </a:xfrm>
          <a:prstGeom prst="roundRect">
            <a:avLst>
              <a:gd fmla="val 16667" name="adj"/>
            </a:avLst>
          </a:prstGeom>
        </p:spPr>
      </p:pic>
      <p:sp>
        <p:nvSpPr>
          <p:cNvPr id="517" name="Google Shape;517;p59"/>
          <p:cNvSpPr txBox="1"/>
          <p:nvPr>
            <p:ph idx="8" type="subTitle"/>
          </p:nvPr>
        </p:nvSpPr>
        <p:spPr>
          <a:xfrm>
            <a:off x="6014118" y="1155555"/>
            <a:ext cx="13146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1200"/>
              <a:t>Dimitri Weaver</a:t>
            </a:r>
            <a:endParaRPr sz="1200"/>
          </a:p>
        </p:txBody>
      </p:sp>
      <p:sp>
        <p:nvSpPr>
          <p:cNvPr id="518" name="Google Shape;518;p59"/>
          <p:cNvSpPr txBox="1"/>
          <p:nvPr>
            <p:ph idx="1" type="body"/>
          </p:nvPr>
        </p:nvSpPr>
        <p:spPr>
          <a:xfrm>
            <a:off x="6111068" y="1661825"/>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200"/>
              <a:t>Former service member. Data analyst, helpdesk, sysadmin, &amp; </a:t>
            </a:r>
            <a:r>
              <a:rPr lang="en" sz="1200"/>
              <a:t>a supervisor. </a:t>
            </a:r>
            <a:r>
              <a:rPr lang="en" sz="1200"/>
              <a:t> I break things in my free time. </a:t>
            </a:r>
            <a:endParaRPr sz="1200"/>
          </a:p>
        </p:txBody>
      </p:sp>
      <p:pic>
        <p:nvPicPr>
          <p:cNvPr descr="Young aggressive man standing with arms crossed and serious concentrated face (Provided by Getty Images)" id="519" name="Google Shape;519;p59"/>
          <p:cNvPicPr preferRelativeResize="0"/>
          <p:nvPr>
            <p:ph idx="13" type="pic"/>
          </p:nvPr>
        </p:nvPicPr>
        <p:blipFill rotWithShape="1">
          <a:blip r:embed="rId5">
            <a:alphaModFix/>
          </a:blip>
          <a:srcRect b="0" l="16503" r="16496" t="0"/>
          <a:stretch/>
        </p:blipFill>
        <p:spPr>
          <a:xfrm>
            <a:off x="4685500" y="2967538"/>
            <a:ext cx="1264200" cy="1258500"/>
          </a:xfrm>
          <a:prstGeom prst="roundRect">
            <a:avLst>
              <a:gd fmla="val 16667" name="adj"/>
            </a:avLst>
          </a:prstGeom>
        </p:spPr>
      </p:pic>
      <p:sp>
        <p:nvSpPr>
          <p:cNvPr id="520" name="Google Shape;520;p59"/>
          <p:cNvSpPr txBox="1"/>
          <p:nvPr>
            <p:ph idx="14" type="subTitle"/>
          </p:nvPr>
        </p:nvSpPr>
        <p:spPr>
          <a:xfrm>
            <a:off x="6014118" y="2953117"/>
            <a:ext cx="13146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1200"/>
              <a:t>Dimitri Weaver</a:t>
            </a:r>
            <a:endParaRPr sz="1200"/>
          </a:p>
        </p:txBody>
      </p:sp>
      <p:sp>
        <p:nvSpPr>
          <p:cNvPr id="521" name="Google Shape;521;p59"/>
          <p:cNvSpPr txBox="1"/>
          <p:nvPr>
            <p:ph idx="16" type="body"/>
          </p:nvPr>
        </p:nvSpPr>
        <p:spPr>
          <a:xfrm>
            <a:off x="6111068" y="3459387"/>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300"/>
              <a:t>I think like an attacker because I used to be one. Now I just do it with permission.</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p:txBody>
      </p:sp>
      <p:pic>
        <p:nvPicPr>
          <p:cNvPr descr="Cool. Dude. (Provided by Getty Images)" id="522" name="Google Shape;522;p59"/>
          <p:cNvPicPr preferRelativeResize="0"/>
          <p:nvPr>
            <p:ph idx="17" type="pic"/>
          </p:nvPr>
        </p:nvPicPr>
        <p:blipFill rotWithShape="1">
          <a:blip r:embed="rId6">
            <a:alphaModFix/>
          </a:blip>
          <a:srcRect b="14982" l="0" r="0" t="14975"/>
          <a:stretch/>
        </p:blipFill>
        <p:spPr>
          <a:xfrm>
            <a:off x="988450" y="1169975"/>
            <a:ext cx="1264200" cy="1258500"/>
          </a:xfrm>
          <a:prstGeom prst="roundRect">
            <a:avLst>
              <a:gd fmla="val 16667" name="adj"/>
            </a:avLst>
          </a:prstGeom>
        </p:spPr>
      </p:pic>
      <p:sp>
        <p:nvSpPr>
          <p:cNvPr id="523" name="Google Shape;523;p59"/>
          <p:cNvSpPr txBox="1"/>
          <p:nvPr>
            <p:ph idx="18" type="subTitle"/>
          </p:nvPr>
        </p:nvSpPr>
        <p:spPr>
          <a:xfrm>
            <a:off x="2317068" y="1155555"/>
            <a:ext cx="13146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1200"/>
              <a:t>Dimitri Weaver</a:t>
            </a:r>
            <a:endParaRPr sz="1200"/>
          </a:p>
        </p:txBody>
      </p:sp>
      <p:sp>
        <p:nvSpPr>
          <p:cNvPr id="524" name="Google Shape;524;p59"/>
          <p:cNvSpPr txBox="1"/>
          <p:nvPr>
            <p:ph idx="2" type="body"/>
          </p:nvPr>
        </p:nvSpPr>
        <p:spPr>
          <a:xfrm>
            <a:off x="2409443" y="1661825"/>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200"/>
              <a:t>A kid at heart - </a:t>
            </a:r>
            <a:r>
              <a:rPr lang="en" sz="1200"/>
              <a:t>curious about everything, sometimes things I </a:t>
            </a:r>
            <a:r>
              <a:rPr lang="en" sz="1200"/>
              <a:t>probably </a:t>
            </a:r>
            <a:r>
              <a:rPr lang="en" sz="1200"/>
              <a:t>shouldn't be.</a:t>
            </a:r>
            <a:endParaRPr sz="1200"/>
          </a:p>
        </p:txBody>
      </p:sp>
      <p:grpSp>
        <p:nvGrpSpPr>
          <p:cNvPr id="525" name="Google Shape;525;p59"/>
          <p:cNvGrpSpPr/>
          <p:nvPr/>
        </p:nvGrpSpPr>
        <p:grpSpPr>
          <a:xfrm>
            <a:off x="3736838" y="365513"/>
            <a:ext cx="543525" cy="265250"/>
            <a:chOff x="3195113" y="380063"/>
            <a:chExt cx="543525" cy="265250"/>
          </a:xfrm>
        </p:grpSpPr>
        <p:cxnSp>
          <p:nvCxnSpPr>
            <p:cNvPr id="526" name="Google Shape;526;p59"/>
            <p:cNvCxnSpPr/>
            <p:nvPr/>
          </p:nvCxnSpPr>
          <p:spPr>
            <a:xfrm flipH="1" rot="10800000">
              <a:off x="3195113" y="380063"/>
              <a:ext cx="208200" cy="141600"/>
            </a:xfrm>
            <a:prstGeom prst="straightConnector1">
              <a:avLst/>
            </a:prstGeom>
            <a:noFill/>
            <a:ln cap="flat" cmpd="sng" w="19050">
              <a:solidFill>
                <a:schemeClr val="lt2"/>
              </a:solidFill>
              <a:prstDash val="solid"/>
              <a:round/>
              <a:headEnd len="med" w="med" type="none"/>
              <a:tailEnd len="med" w="med" type="none"/>
            </a:ln>
          </p:spPr>
        </p:cxnSp>
        <p:cxnSp>
          <p:nvCxnSpPr>
            <p:cNvPr id="527" name="Google Shape;527;p59"/>
            <p:cNvCxnSpPr/>
            <p:nvPr/>
          </p:nvCxnSpPr>
          <p:spPr>
            <a:xfrm flipH="1" rot="10800000">
              <a:off x="3211238" y="435525"/>
              <a:ext cx="527400" cy="145200"/>
            </a:xfrm>
            <a:prstGeom prst="straightConnector1">
              <a:avLst/>
            </a:prstGeom>
            <a:noFill/>
            <a:ln cap="flat" cmpd="sng" w="19050">
              <a:solidFill>
                <a:schemeClr val="lt2"/>
              </a:solidFill>
              <a:prstDash val="solid"/>
              <a:round/>
              <a:headEnd len="med" w="med" type="none"/>
              <a:tailEnd len="med" w="med" type="none"/>
            </a:ln>
          </p:spPr>
        </p:cxnSp>
        <p:cxnSp>
          <p:nvCxnSpPr>
            <p:cNvPr id="528" name="Google Shape;528;p59"/>
            <p:cNvCxnSpPr/>
            <p:nvPr/>
          </p:nvCxnSpPr>
          <p:spPr>
            <a:xfrm flipH="1" rot="10800000">
              <a:off x="3232763" y="634513"/>
              <a:ext cx="258300" cy="10800"/>
            </a:xfrm>
            <a:prstGeom prst="straightConnector1">
              <a:avLst/>
            </a:prstGeom>
            <a:noFill/>
            <a:ln cap="flat" cmpd="sng" w="19050">
              <a:solidFill>
                <a:schemeClr val="lt2"/>
              </a:solidFill>
              <a:prstDash val="solid"/>
              <a:round/>
              <a:headEnd len="med" w="med" type="none"/>
              <a:tailEnd len="med" w="med" type="none"/>
            </a:ln>
          </p:spPr>
        </p:cxnSp>
      </p:grpSp>
      <p:sp>
        <p:nvSpPr>
          <p:cNvPr id="529" name="Google Shape;529;p59"/>
          <p:cNvSpPr txBox="1"/>
          <p:nvPr>
            <p:ph idx="20"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0"/>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2000"/>
              <a:t> This is not a tool talk</a:t>
            </a:r>
            <a:endParaRPr sz="2000"/>
          </a:p>
          <a:p>
            <a:pPr indent="0" lvl="0" marL="0" rtl="0" algn="l">
              <a:lnSpc>
                <a:spcPct val="100000"/>
              </a:lnSpc>
              <a:spcBef>
                <a:spcPts val="0"/>
              </a:spcBef>
              <a:spcAft>
                <a:spcPts val="0"/>
              </a:spcAft>
              <a:buNone/>
            </a:pPr>
            <a:r>
              <a:rPr lang="en" sz="2000"/>
              <a:t>    </a:t>
            </a:r>
            <a:endParaRPr sz="2000"/>
          </a:p>
          <a:p>
            <a:pPr indent="0" lvl="0" marL="0" rtl="0" algn="l">
              <a:lnSpc>
                <a:spcPct val="100000"/>
              </a:lnSpc>
              <a:spcBef>
                <a:spcPts val="0"/>
              </a:spcBef>
              <a:spcAft>
                <a:spcPts val="0"/>
              </a:spcAft>
              <a:buNone/>
            </a:pPr>
            <a:r>
              <a:rPr lang="en" sz="2000"/>
              <a:t>This is not about “being anonymous"</a:t>
            </a:r>
            <a:endParaRPr sz="2000"/>
          </a:p>
          <a:p>
            <a:pPr indent="0" lvl="0" marL="0" rtl="0" algn="l">
              <a:lnSpc>
                <a:spcPct val="100000"/>
              </a:lnSpc>
              <a:spcBef>
                <a:spcPts val="0"/>
              </a:spcBef>
              <a:spcAft>
                <a:spcPts val="0"/>
              </a:spcAft>
              <a:buNone/>
            </a:pPr>
            <a:r>
              <a:rPr lang="en" sz="2000"/>
              <a:t>    </a:t>
            </a:r>
            <a:endParaRPr sz="2000"/>
          </a:p>
          <a:p>
            <a:pPr indent="0" lvl="0" marL="0" rtl="0" algn="l">
              <a:lnSpc>
                <a:spcPct val="100000"/>
              </a:lnSpc>
              <a:spcBef>
                <a:spcPts val="0"/>
              </a:spcBef>
              <a:spcAft>
                <a:spcPts val="0"/>
              </a:spcAft>
              <a:buNone/>
            </a:pPr>
            <a:r>
              <a:rPr lang="en" sz="2000"/>
              <a:t>This is about how OPSEC fails in practice</a:t>
            </a:r>
            <a:endParaRPr sz="2000"/>
          </a:p>
          <a:p>
            <a:pPr indent="0" lvl="0" marL="0" rtl="0" algn="l">
              <a:lnSpc>
                <a:spcPct val="100000"/>
              </a:lnSpc>
              <a:spcBef>
                <a:spcPts val="0"/>
              </a:spcBef>
              <a:spcAft>
                <a:spcPts val="0"/>
              </a:spcAft>
              <a:buNone/>
            </a:pPr>
            <a:r>
              <a:t/>
            </a:r>
            <a:endParaRPr sz="2000"/>
          </a:p>
        </p:txBody>
      </p:sp>
      <p:sp>
        <p:nvSpPr>
          <p:cNvPr id="535" name="Google Shape;535;p60"/>
          <p:cNvSpPr/>
          <p:nvPr/>
        </p:nvSpPr>
        <p:spPr>
          <a:xfrm>
            <a:off x="3283800" y="121500"/>
            <a:ext cx="2576400" cy="6714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Poppins SemiBold"/>
                <a:ea typeface="Poppins SemiBold"/>
                <a:cs typeface="Poppins SemiBold"/>
                <a:sym typeface="Poppins SemiBold"/>
              </a:rPr>
              <a:t>What this talk is and aint: </a:t>
            </a:r>
            <a:endParaRPr sz="1300">
              <a:solidFill>
                <a:schemeClr val="dk1"/>
              </a:solidFill>
              <a:latin typeface="Poppins SemiBold"/>
              <a:ea typeface="Poppins SemiBold"/>
              <a:cs typeface="Poppins SemiBold"/>
              <a:sym typeface="Poppins SemiBold"/>
            </a:endParaRPr>
          </a:p>
        </p:txBody>
      </p:sp>
      <p:sp>
        <p:nvSpPr>
          <p:cNvPr id="536" name="Google Shape;536;p60"/>
          <p:cNvSpPr txBox="1"/>
          <p:nvPr>
            <p:ph idx="4294967295" type="subTitle"/>
          </p:nvPr>
        </p:nvSpPr>
        <p:spPr>
          <a:xfrm>
            <a:off x="228600" y="4800275"/>
            <a:ext cx="13911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700"/>
              <a:t>Confidential</a:t>
            </a:r>
            <a:endParaRPr sz="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61"/>
          <p:cNvSpPr/>
          <p:nvPr/>
        </p:nvSpPr>
        <p:spPr>
          <a:xfrm>
            <a:off x="1998750" y="1734825"/>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542" name="Google Shape;542;p61"/>
          <p:cNvSpPr/>
          <p:nvPr/>
        </p:nvSpPr>
        <p:spPr>
          <a:xfrm>
            <a:off x="3668825" y="1734825"/>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543" name="Google Shape;543;p61"/>
          <p:cNvSpPr/>
          <p:nvPr/>
        </p:nvSpPr>
        <p:spPr>
          <a:xfrm>
            <a:off x="5357900" y="1734825"/>
            <a:ext cx="1711800" cy="3474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544" name="Google Shape;544;p61"/>
          <p:cNvSpPr/>
          <p:nvPr/>
        </p:nvSpPr>
        <p:spPr>
          <a:xfrm>
            <a:off x="7072375" y="1734825"/>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545" name="Google Shape;545;p61"/>
          <p:cNvSpPr/>
          <p:nvPr/>
        </p:nvSpPr>
        <p:spPr>
          <a:xfrm>
            <a:off x="326736" y="1734825"/>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546" name="Google Shape;546;p61"/>
          <p:cNvSpPr txBox="1"/>
          <p:nvPr>
            <p:ph idx="1" type="subTitle"/>
          </p:nvPr>
        </p:nvSpPr>
        <p:spPr>
          <a:xfrm>
            <a:off x="392175" y="1734825"/>
            <a:ext cx="13125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Privacy</a:t>
            </a:r>
            <a:endParaRPr/>
          </a:p>
        </p:txBody>
      </p:sp>
      <p:sp>
        <p:nvSpPr>
          <p:cNvPr id="547" name="Google Shape;547;p61"/>
          <p:cNvSpPr txBox="1"/>
          <p:nvPr>
            <p:ph idx="2" type="subTitle"/>
          </p:nvPr>
        </p:nvSpPr>
        <p:spPr>
          <a:xfrm>
            <a:off x="1998750" y="1734825"/>
            <a:ext cx="13125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Security</a:t>
            </a:r>
            <a:endParaRPr/>
          </a:p>
        </p:txBody>
      </p:sp>
      <p:sp>
        <p:nvSpPr>
          <p:cNvPr id="548" name="Google Shape;548;p61"/>
          <p:cNvSpPr txBox="1"/>
          <p:nvPr>
            <p:ph idx="3" type="subTitle"/>
          </p:nvPr>
        </p:nvSpPr>
        <p:spPr>
          <a:xfrm>
            <a:off x="3668825" y="1734825"/>
            <a:ext cx="13125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Anonymity</a:t>
            </a:r>
            <a:endParaRPr/>
          </a:p>
        </p:txBody>
      </p:sp>
      <p:sp>
        <p:nvSpPr>
          <p:cNvPr id="549" name="Google Shape;549;p61"/>
          <p:cNvSpPr txBox="1"/>
          <p:nvPr>
            <p:ph idx="4" type="subTitle"/>
          </p:nvPr>
        </p:nvSpPr>
        <p:spPr>
          <a:xfrm>
            <a:off x="5344812" y="1734825"/>
            <a:ext cx="13125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OpSec</a:t>
            </a:r>
            <a:endParaRPr/>
          </a:p>
        </p:txBody>
      </p:sp>
      <p:sp>
        <p:nvSpPr>
          <p:cNvPr id="550" name="Google Shape;550;p61"/>
          <p:cNvSpPr txBox="1"/>
          <p:nvPr>
            <p:ph idx="5" type="subTitle"/>
          </p:nvPr>
        </p:nvSpPr>
        <p:spPr>
          <a:xfrm>
            <a:off x="7072375" y="1734825"/>
            <a:ext cx="13125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Attribution</a:t>
            </a:r>
            <a:r>
              <a:rPr lang="en"/>
              <a:t> </a:t>
            </a:r>
            <a:endParaRPr/>
          </a:p>
        </p:txBody>
      </p:sp>
      <p:sp>
        <p:nvSpPr>
          <p:cNvPr id="551" name="Google Shape;551;p61"/>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Some Key Terms</a:t>
            </a:r>
            <a:endParaRPr/>
          </a:p>
        </p:txBody>
      </p:sp>
      <p:sp>
        <p:nvSpPr>
          <p:cNvPr id="552" name="Google Shape;552;p61"/>
          <p:cNvSpPr txBox="1"/>
          <p:nvPr>
            <p:ph idx="6" type="body"/>
          </p:nvPr>
        </p:nvSpPr>
        <p:spPr>
          <a:xfrm>
            <a:off x="1998750" y="2098800"/>
            <a:ext cx="1715400" cy="1145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a:t>Confidence that systems function as intended and resist unauthorized access or manipulation.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Security protects systems and data integrity, but does not inherently prevent attribution.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Example: A secure system can still log identifying metadata.</a:t>
            </a:r>
            <a:endParaRPr/>
          </a:p>
          <a:p>
            <a:pPr indent="0" lvl="0" marL="0" rtl="0" algn="l">
              <a:spcBef>
                <a:spcPts val="0"/>
              </a:spcBef>
              <a:spcAft>
                <a:spcPts val="0"/>
              </a:spcAft>
              <a:buNone/>
            </a:pPr>
            <a:r>
              <a:t/>
            </a:r>
            <a:endParaRPr/>
          </a:p>
        </p:txBody>
      </p:sp>
      <p:sp>
        <p:nvSpPr>
          <p:cNvPr id="553" name="Google Shape;553;p61"/>
          <p:cNvSpPr txBox="1"/>
          <p:nvPr>
            <p:ph idx="7" type="body"/>
          </p:nvPr>
        </p:nvSpPr>
        <p:spPr>
          <a:xfrm>
            <a:off x="3668825" y="2098800"/>
            <a:ext cx="1715400" cy="1145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a:t>The inability to reliably link actions to a real-world identity.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Anonymity prevents attribution by removing persistent identifiers.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Example: Activity that cannot be linked back to a specific individual.</a:t>
            </a:r>
            <a:endParaRPr/>
          </a:p>
          <a:p>
            <a:pPr indent="0" lvl="0" marL="0" rtl="0" algn="l">
              <a:spcBef>
                <a:spcPts val="0"/>
              </a:spcBef>
              <a:spcAft>
                <a:spcPts val="0"/>
              </a:spcAft>
              <a:buNone/>
            </a:pPr>
            <a:r>
              <a:t/>
            </a:r>
            <a:endParaRPr/>
          </a:p>
        </p:txBody>
      </p:sp>
      <p:sp>
        <p:nvSpPr>
          <p:cNvPr id="554" name="Google Shape;554;p61"/>
          <p:cNvSpPr txBox="1"/>
          <p:nvPr>
            <p:ph idx="8" type="body"/>
          </p:nvPr>
        </p:nvSpPr>
        <p:spPr>
          <a:xfrm>
            <a:off x="5357900" y="2098800"/>
            <a:ext cx="1715400" cy="1145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a:t>BUZZ WORD ALERT!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practice of </a:t>
            </a:r>
            <a:r>
              <a:rPr lang="en"/>
              <a:t>identifying, controlling, and protecting critical information to prevent adversaries from gaining insight into operations, capabilities, and intentions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OPSEC is behavioral discipline, not a tool.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focuses on preventing attribution over time.</a:t>
            </a:r>
            <a:endParaRPr/>
          </a:p>
          <a:p>
            <a:pPr indent="0" lvl="0" marL="0" rtl="0" algn="l">
              <a:spcBef>
                <a:spcPts val="0"/>
              </a:spcBef>
              <a:spcAft>
                <a:spcPts val="0"/>
              </a:spcAft>
              <a:buNone/>
            </a:pPr>
            <a:r>
              <a:t/>
            </a:r>
            <a:endParaRPr/>
          </a:p>
        </p:txBody>
      </p:sp>
      <p:sp>
        <p:nvSpPr>
          <p:cNvPr id="555" name="Google Shape;555;p61"/>
          <p:cNvSpPr txBox="1"/>
          <p:nvPr>
            <p:ph idx="9" type="body"/>
          </p:nvPr>
        </p:nvSpPr>
        <p:spPr>
          <a:xfrm>
            <a:off x="392025" y="2098800"/>
            <a:ext cx="1715400" cy="1145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a:t>Control over who can access information about you.</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Privacy limits visibility of your data, but does not necessarily hide your identity.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Example: Encrypted messaging protects message content but may not hide who is communicating.</a:t>
            </a:r>
            <a:endParaRPr/>
          </a:p>
          <a:p>
            <a:pPr indent="0" lvl="0" marL="0" marR="0" rtl="0" algn="l">
              <a:lnSpc>
                <a:spcPct val="115000"/>
              </a:lnSpc>
              <a:spcBef>
                <a:spcPts val="0"/>
              </a:spcBef>
              <a:spcAft>
                <a:spcPts val="0"/>
              </a:spcAft>
              <a:buNone/>
            </a:pPr>
            <a:r>
              <a:t/>
            </a:r>
            <a:endParaRPr/>
          </a:p>
        </p:txBody>
      </p:sp>
      <p:sp>
        <p:nvSpPr>
          <p:cNvPr id="556" name="Google Shape;556;p61"/>
          <p:cNvSpPr txBox="1"/>
          <p:nvPr>
            <p:ph idx="13" type="body"/>
          </p:nvPr>
        </p:nvSpPr>
        <p:spPr>
          <a:xfrm>
            <a:off x="7072375" y="2098800"/>
            <a:ext cx="1715400" cy="1145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a:t>The process of identifying an individual or entity by correlating behavioral, technical, and contextual signals.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Attribution does not rely on a single identifier.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emerges from patterns, relationships, and accumulated signals.</a:t>
            </a:r>
            <a:endParaRPr/>
          </a:p>
          <a:p>
            <a:pPr indent="0" lvl="0" marL="0" rtl="0" algn="l">
              <a:spcBef>
                <a:spcPts val="0"/>
              </a:spcBef>
              <a:spcAft>
                <a:spcPts val="0"/>
              </a:spcAft>
              <a:buNone/>
            </a:pPr>
            <a:r>
              <a:t/>
            </a:r>
            <a:endParaRPr/>
          </a:p>
        </p:txBody>
      </p:sp>
      <p:grpSp>
        <p:nvGrpSpPr>
          <p:cNvPr id="557" name="Google Shape;557;p61"/>
          <p:cNvGrpSpPr/>
          <p:nvPr/>
        </p:nvGrpSpPr>
        <p:grpSpPr>
          <a:xfrm>
            <a:off x="5768313" y="256919"/>
            <a:ext cx="890968" cy="969576"/>
            <a:chOff x="6219513" y="1474206"/>
            <a:chExt cx="890968" cy="969576"/>
          </a:xfrm>
        </p:grpSpPr>
        <p:sp>
          <p:nvSpPr>
            <p:cNvPr id="558" name="Google Shape;558;p61"/>
            <p:cNvSpPr/>
            <p:nvPr/>
          </p:nvSpPr>
          <p:spPr>
            <a:xfrm rot="7601881">
              <a:off x="6246394" y="1711809"/>
              <a:ext cx="837204" cy="487227"/>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cap="flat" cmpd="sng" w="19050">
              <a:solidFill>
                <a:schemeClr val="dk1"/>
              </a:solidFill>
              <a:prstDash val="solid"/>
              <a:round/>
              <a:headEnd len="med" w="med" type="none"/>
              <a:tailEnd len="med" w="med" type="none"/>
            </a:ln>
          </p:spPr>
        </p:sp>
        <p:sp>
          <p:nvSpPr>
            <p:cNvPr id="559" name="Google Shape;559;p61"/>
            <p:cNvSpPr/>
            <p:nvPr/>
          </p:nvSpPr>
          <p:spPr>
            <a:xfrm>
              <a:off x="6568876" y="2301803"/>
              <a:ext cx="35119" cy="141979"/>
            </a:xfrm>
            <a:custGeom>
              <a:rect b="b" l="l" r="r" t="t"/>
              <a:pathLst>
                <a:path extrusionOk="0" h="8134" w="2012">
                  <a:moveTo>
                    <a:pt x="0" y="0"/>
                  </a:moveTo>
                  <a:cubicBezTo>
                    <a:pt x="763" y="2664"/>
                    <a:pt x="2740" y="5561"/>
                    <a:pt x="1713" y="8134"/>
                  </a:cubicBezTo>
                </a:path>
              </a:pathLst>
            </a:custGeom>
            <a:noFill/>
            <a:ln cap="flat" cmpd="sng" w="19050">
              <a:solidFill>
                <a:schemeClr val="dk1"/>
              </a:solidFill>
              <a:prstDash val="solid"/>
              <a:round/>
              <a:headEnd len="med" w="med" type="none"/>
              <a:tailEnd len="med" w="med" type="none"/>
            </a:ln>
          </p:spPr>
        </p:sp>
        <p:sp>
          <p:nvSpPr>
            <p:cNvPr id="560" name="Google Shape;560;p61"/>
            <p:cNvSpPr/>
            <p:nvPr/>
          </p:nvSpPr>
          <p:spPr>
            <a:xfrm>
              <a:off x="6589138" y="2423774"/>
              <a:ext cx="144475" cy="17438"/>
            </a:xfrm>
            <a:custGeom>
              <a:rect b="b" l="l" r="r" t="t"/>
              <a:pathLst>
                <a:path extrusionOk="0" h="999" w="8277">
                  <a:moveTo>
                    <a:pt x="0" y="999"/>
                  </a:moveTo>
                  <a:cubicBezTo>
                    <a:pt x="2696" y="326"/>
                    <a:pt x="5498" y="0"/>
                    <a:pt x="8277" y="0"/>
                  </a:cubicBezTo>
                </a:path>
              </a:pathLst>
            </a:custGeom>
            <a:noFill/>
            <a:ln cap="flat" cmpd="sng" w="19050">
              <a:solidFill>
                <a:schemeClr val="dk1"/>
              </a:solidFill>
              <a:prstDash val="solid"/>
              <a:round/>
              <a:headEnd len="med" w="med" type="none"/>
              <a:tailEnd len="med" w="med" type="none"/>
            </a:ln>
          </p:spPr>
        </p:sp>
      </p:grpSp>
      <p:sp>
        <p:nvSpPr>
          <p:cNvPr id="561" name="Google Shape;561;p61"/>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562" name="Google Shape;562;p61"/>
          <p:cNvSpPr/>
          <p:nvPr/>
        </p:nvSpPr>
        <p:spPr>
          <a:xfrm>
            <a:off x="-50" y="2275165"/>
            <a:ext cx="3171900" cy="2092500"/>
          </a:xfrm>
          <a:prstGeom prst="roundRect">
            <a:avLst>
              <a:gd fmla="val 50000" name="adj"/>
            </a:avLst>
          </a:prstGeom>
          <a:solidFill>
            <a:schemeClr val="lt2"/>
          </a:solidFill>
          <a:ln>
            <a:noFill/>
          </a:ln>
        </p:spPr>
        <p:txBody>
          <a:bodyPr anchorCtr="0" anchor="ctr" bIns="180950" lIns="180950" spcFirstLastPara="1" rIns="180950" wrap="square" tIns="180950">
            <a:noAutofit/>
          </a:bodyPr>
          <a:lstStyle/>
          <a:p>
            <a:pPr indent="0" lvl="0" marL="0" rtl="0" algn="l">
              <a:spcBef>
                <a:spcPts val="0"/>
              </a:spcBef>
              <a:spcAft>
                <a:spcPts val="0"/>
              </a:spcAft>
              <a:buNone/>
            </a:pPr>
            <a:r>
              <a:rPr lang="en" sz="2177"/>
              <a:t>Privacy ≠ Anonymity</a:t>
            </a:r>
            <a:endParaRPr sz="1781">
              <a:solidFill>
                <a:schemeClr val="dk2"/>
              </a:solidFill>
              <a:latin typeface="Poppins SemiBold"/>
              <a:ea typeface="Poppins SemiBold"/>
              <a:cs typeface="Poppins SemiBold"/>
              <a:sym typeface="Poppins SemiBold"/>
            </a:endParaRPr>
          </a:p>
        </p:txBody>
      </p:sp>
      <p:sp>
        <p:nvSpPr>
          <p:cNvPr id="563" name="Google Shape;563;p61"/>
          <p:cNvSpPr/>
          <p:nvPr/>
        </p:nvSpPr>
        <p:spPr>
          <a:xfrm>
            <a:off x="3324573" y="2275218"/>
            <a:ext cx="2826300" cy="2092500"/>
          </a:xfrm>
          <a:prstGeom prst="roundRect">
            <a:avLst>
              <a:gd fmla="val 50000" name="adj"/>
            </a:avLst>
          </a:prstGeom>
          <a:solidFill>
            <a:schemeClr val="lt2"/>
          </a:solidFill>
          <a:ln>
            <a:noFill/>
          </a:ln>
        </p:spPr>
        <p:txBody>
          <a:bodyPr anchorCtr="0" anchor="ctr" bIns="180950" lIns="180950" spcFirstLastPara="1" rIns="180950" wrap="square" tIns="180950">
            <a:noAutofit/>
          </a:bodyPr>
          <a:lstStyle/>
          <a:p>
            <a:pPr indent="0" lvl="0" marL="0" rtl="0" algn="l">
              <a:spcBef>
                <a:spcPts val="0"/>
              </a:spcBef>
              <a:spcAft>
                <a:spcPts val="0"/>
              </a:spcAft>
              <a:buNone/>
            </a:pPr>
            <a:r>
              <a:rPr lang="en" sz="2177"/>
              <a:t>Security ≠ Safety</a:t>
            </a:r>
            <a:endParaRPr sz="1781">
              <a:solidFill>
                <a:schemeClr val="dk2"/>
              </a:solidFill>
              <a:latin typeface="Poppins SemiBold"/>
              <a:ea typeface="Poppins SemiBold"/>
              <a:cs typeface="Poppins SemiBold"/>
              <a:sym typeface="Poppins SemiBold"/>
            </a:endParaRPr>
          </a:p>
        </p:txBody>
      </p:sp>
      <p:sp>
        <p:nvSpPr>
          <p:cNvPr id="564" name="Google Shape;564;p61"/>
          <p:cNvSpPr/>
          <p:nvPr/>
        </p:nvSpPr>
        <p:spPr>
          <a:xfrm>
            <a:off x="6317752" y="2307938"/>
            <a:ext cx="2826300" cy="2092500"/>
          </a:xfrm>
          <a:prstGeom prst="roundRect">
            <a:avLst>
              <a:gd fmla="val 50000" name="adj"/>
            </a:avLst>
          </a:prstGeom>
          <a:solidFill>
            <a:schemeClr val="lt2"/>
          </a:solidFill>
          <a:ln>
            <a:noFill/>
          </a:ln>
        </p:spPr>
        <p:txBody>
          <a:bodyPr anchorCtr="0" anchor="ctr" bIns="180950" lIns="180950" spcFirstLastPara="1" rIns="180950" wrap="square" tIns="180950">
            <a:noAutofit/>
          </a:bodyPr>
          <a:lstStyle/>
          <a:p>
            <a:pPr indent="0" lvl="0" marL="0" rtl="0" algn="l">
              <a:spcBef>
                <a:spcPts val="0"/>
              </a:spcBef>
              <a:spcAft>
                <a:spcPts val="0"/>
              </a:spcAft>
              <a:buNone/>
            </a:pPr>
            <a:r>
              <a:rPr lang="en" sz="2177"/>
              <a:t>Tools ≠ Outcomes</a:t>
            </a:r>
            <a:endParaRPr sz="1781">
              <a:solidFill>
                <a:schemeClr val="dk2"/>
              </a:solidFill>
              <a:latin typeface="Poppins SemiBold"/>
              <a:ea typeface="Poppins SemiBold"/>
              <a:cs typeface="Poppins SemiBold"/>
              <a:sym typeface="Poppins Semi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62"/>
          <p:cNvSpPr/>
          <p:nvPr/>
        </p:nvSpPr>
        <p:spPr>
          <a:xfrm>
            <a:off x="228625" y="2785075"/>
            <a:ext cx="2830800" cy="13209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70" name="Google Shape;570;p62"/>
          <p:cNvSpPr/>
          <p:nvPr/>
        </p:nvSpPr>
        <p:spPr>
          <a:xfrm>
            <a:off x="228600" y="2568175"/>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571" name="Google Shape;571;p62"/>
          <p:cNvSpPr/>
          <p:nvPr/>
        </p:nvSpPr>
        <p:spPr>
          <a:xfrm>
            <a:off x="6084625" y="2785075"/>
            <a:ext cx="2830800" cy="13209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72" name="Google Shape;572;p62"/>
          <p:cNvSpPr/>
          <p:nvPr/>
        </p:nvSpPr>
        <p:spPr>
          <a:xfrm>
            <a:off x="6084600" y="2568175"/>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573" name="Google Shape;573;p62"/>
          <p:cNvSpPr/>
          <p:nvPr/>
        </p:nvSpPr>
        <p:spPr>
          <a:xfrm>
            <a:off x="3158675" y="2785075"/>
            <a:ext cx="2830800" cy="13209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74" name="Google Shape;574;p62"/>
          <p:cNvSpPr/>
          <p:nvPr/>
        </p:nvSpPr>
        <p:spPr>
          <a:xfrm>
            <a:off x="3158650" y="2568175"/>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575" name="Google Shape;575;p62"/>
          <p:cNvSpPr txBox="1"/>
          <p:nvPr>
            <p:ph idx="1" type="subTitle"/>
          </p:nvPr>
        </p:nvSpPr>
        <p:spPr>
          <a:xfrm>
            <a:off x="228600" y="2568175"/>
            <a:ext cx="2834700" cy="400200"/>
          </a:xfrm>
          <a:prstGeom prst="rect">
            <a:avLst/>
          </a:prstGeom>
        </p:spPr>
        <p:txBody>
          <a:bodyPr anchorCtr="0" anchor="ctr" bIns="0" lIns="274300" spcFirstLastPara="1" rIns="274300" wrap="square" tIns="0">
            <a:noAutofit/>
          </a:bodyPr>
          <a:lstStyle/>
          <a:p>
            <a:pPr indent="0" lvl="0" marL="0" rtl="0" algn="ctr">
              <a:spcBef>
                <a:spcPts val="0"/>
              </a:spcBef>
              <a:spcAft>
                <a:spcPts val="0"/>
              </a:spcAft>
              <a:buNone/>
            </a:pPr>
            <a:r>
              <a:rPr lang="en"/>
              <a:t>Privacy feels like a cloak</a:t>
            </a:r>
            <a:endParaRPr/>
          </a:p>
        </p:txBody>
      </p:sp>
      <p:sp>
        <p:nvSpPr>
          <p:cNvPr id="576" name="Google Shape;576;p62"/>
          <p:cNvSpPr txBox="1"/>
          <p:nvPr>
            <p:ph idx="2" type="subTitle"/>
          </p:nvPr>
        </p:nvSpPr>
        <p:spPr>
          <a:xfrm>
            <a:off x="3156613" y="2568175"/>
            <a:ext cx="2834700" cy="400200"/>
          </a:xfrm>
          <a:prstGeom prst="rect">
            <a:avLst/>
          </a:prstGeom>
        </p:spPr>
        <p:txBody>
          <a:bodyPr anchorCtr="0" anchor="ctr" bIns="0" lIns="274300" spcFirstLastPara="1" rIns="274300" wrap="square" tIns="0">
            <a:noAutofit/>
          </a:bodyPr>
          <a:lstStyle/>
          <a:p>
            <a:pPr indent="0" lvl="0" marL="0" marR="0" rtl="0" algn="ctr">
              <a:lnSpc>
                <a:spcPct val="90000"/>
              </a:lnSpc>
              <a:spcBef>
                <a:spcPts val="0"/>
              </a:spcBef>
              <a:spcAft>
                <a:spcPts val="0"/>
              </a:spcAft>
              <a:buNone/>
            </a:pPr>
            <a:r>
              <a:rPr lang="en"/>
              <a:t>OPSEC feels like armor</a:t>
            </a:r>
            <a:endParaRPr/>
          </a:p>
        </p:txBody>
      </p:sp>
      <p:sp>
        <p:nvSpPr>
          <p:cNvPr id="577" name="Google Shape;577;p62"/>
          <p:cNvSpPr txBox="1"/>
          <p:nvPr>
            <p:ph idx="3" type="subTitle"/>
          </p:nvPr>
        </p:nvSpPr>
        <p:spPr>
          <a:xfrm>
            <a:off x="6084638" y="2568175"/>
            <a:ext cx="2834700" cy="400200"/>
          </a:xfrm>
          <a:prstGeom prst="rect">
            <a:avLst/>
          </a:prstGeom>
        </p:spPr>
        <p:txBody>
          <a:bodyPr anchorCtr="0" anchor="ctr" bIns="0" lIns="274300" spcFirstLastPara="1" rIns="274300" wrap="square" tIns="0">
            <a:noAutofit/>
          </a:bodyPr>
          <a:lstStyle/>
          <a:p>
            <a:pPr indent="0" lvl="0" marL="0" marR="0" rtl="0" algn="ctr">
              <a:lnSpc>
                <a:spcPct val="90000"/>
              </a:lnSpc>
              <a:spcBef>
                <a:spcPts val="0"/>
              </a:spcBef>
              <a:spcAft>
                <a:spcPts val="0"/>
              </a:spcAft>
              <a:buNone/>
            </a:pPr>
            <a:r>
              <a:rPr lang="en"/>
              <a:t>Neither protects you from yourself</a:t>
            </a:r>
            <a:endParaRPr/>
          </a:p>
        </p:txBody>
      </p:sp>
      <p:sp>
        <p:nvSpPr>
          <p:cNvPr id="578" name="Google Shape;578;p62"/>
          <p:cNvSpPr txBox="1"/>
          <p:nvPr>
            <p:ph idx="4" type="body"/>
          </p:nvPr>
        </p:nvSpPr>
        <p:spPr>
          <a:xfrm>
            <a:off x="228600" y="3102248"/>
            <a:ext cx="2834700" cy="7221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t/>
            </a:r>
            <a:endParaRPr/>
          </a:p>
        </p:txBody>
      </p:sp>
      <p:sp>
        <p:nvSpPr>
          <p:cNvPr id="579" name="Google Shape;579;p62"/>
          <p:cNvSpPr txBox="1"/>
          <p:nvPr>
            <p:ph idx="5" type="body"/>
          </p:nvPr>
        </p:nvSpPr>
        <p:spPr>
          <a:xfrm>
            <a:off x="3156613" y="3102248"/>
            <a:ext cx="2834700" cy="7221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t/>
            </a:r>
            <a:endParaRPr/>
          </a:p>
        </p:txBody>
      </p:sp>
      <p:sp>
        <p:nvSpPr>
          <p:cNvPr id="580" name="Google Shape;580;p62"/>
          <p:cNvSpPr txBox="1"/>
          <p:nvPr>
            <p:ph idx="6" type="body"/>
          </p:nvPr>
        </p:nvSpPr>
        <p:spPr>
          <a:xfrm>
            <a:off x="6084638" y="3102248"/>
            <a:ext cx="2834700" cy="7221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t/>
            </a:r>
            <a:endParaRPr/>
          </a:p>
        </p:txBody>
      </p:sp>
      <p:sp>
        <p:nvSpPr>
          <p:cNvPr id="581" name="Google Shape;581;p62"/>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Illusion of Invisibility</a:t>
            </a:r>
            <a:endParaRPr/>
          </a:p>
        </p:txBody>
      </p:sp>
      <p:grpSp>
        <p:nvGrpSpPr>
          <p:cNvPr id="582" name="Google Shape;582;p62"/>
          <p:cNvGrpSpPr/>
          <p:nvPr/>
        </p:nvGrpSpPr>
        <p:grpSpPr>
          <a:xfrm>
            <a:off x="7510402" y="1463468"/>
            <a:ext cx="791090" cy="860886"/>
            <a:chOff x="6219513" y="1474206"/>
            <a:chExt cx="890968" cy="969576"/>
          </a:xfrm>
        </p:grpSpPr>
        <p:sp>
          <p:nvSpPr>
            <p:cNvPr id="583" name="Google Shape;583;p62"/>
            <p:cNvSpPr/>
            <p:nvPr/>
          </p:nvSpPr>
          <p:spPr>
            <a:xfrm rot="7601881">
              <a:off x="6246394" y="1711809"/>
              <a:ext cx="837204" cy="487227"/>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cap="flat" cmpd="sng" w="9525">
              <a:solidFill>
                <a:schemeClr val="dk1"/>
              </a:solidFill>
              <a:prstDash val="solid"/>
              <a:round/>
              <a:headEnd len="med" w="med" type="none"/>
              <a:tailEnd len="med" w="med" type="none"/>
            </a:ln>
          </p:spPr>
        </p:sp>
        <p:sp>
          <p:nvSpPr>
            <p:cNvPr id="584" name="Google Shape;584;p62"/>
            <p:cNvSpPr/>
            <p:nvPr/>
          </p:nvSpPr>
          <p:spPr>
            <a:xfrm>
              <a:off x="6564073" y="2301803"/>
              <a:ext cx="35119" cy="141979"/>
            </a:xfrm>
            <a:custGeom>
              <a:rect b="b" l="l" r="r" t="t"/>
              <a:pathLst>
                <a:path extrusionOk="0" h="8134" w="2012">
                  <a:moveTo>
                    <a:pt x="0" y="0"/>
                  </a:moveTo>
                  <a:cubicBezTo>
                    <a:pt x="763" y="2664"/>
                    <a:pt x="2740" y="5561"/>
                    <a:pt x="1713" y="8134"/>
                  </a:cubicBezTo>
                </a:path>
              </a:pathLst>
            </a:custGeom>
            <a:noFill/>
            <a:ln cap="flat" cmpd="sng" w="9525">
              <a:solidFill>
                <a:schemeClr val="dk1"/>
              </a:solidFill>
              <a:prstDash val="solid"/>
              <a:round/>
              <a:headEnd len="med" w="med" type="none"/>
              <a:tailEnd len="med" w="med" type="none"/>
            </a:ln>
          </p:spPr>
        </p:sp>
        <p:sp>
          <p:nvSpPr>
            <p:cNvPr id="585" name="Google Shape;585;p62"/>
            <p:cNvSpPr/>
            <p:nvPr/>
          </p:nvSpPr>
          <p:spPr>
            <a:xfrm>
              <a:off x="6593941" y="2423774"/>
              <a:ext cx="144475" cy="17438"/>
            </a:xfrm>
            <a:custGeom>
              <a:rect b="b" l="l" r="r" t="t"/>
              <a:pathLst>
                <a:path extrusionOk="0" h="999" w="8277">
                  <a:moveTo>
                    <a:pt x="0" y="999"/>
                  </a:moveTo>
                  <a:cubicBezTo>
                    <a:pt x="2696" y="326"/>
                    <a:pt x="5498" y="0"/>
                    <a:pt x="8277" y="0"/>
                  </a:cubicBezTo>
                </a:path>
              </a:pathLst>
            </a:custGeom>
            <a:noFill/>
            <a:ln cap="flat" cmpd="sng" w="9525">
              <a:solidFill>
                <a:schemeClr val="dk1"/>
              </a:solidFill>
              <a:prstDash val="solid"/>
              <a:round/>
              <a:headEnd len="med" w="med" type="none"/>
              <a:tailEnd len="med" w="med" type="none"/>
            </a:ln>
          </p:spPr>
        </p:sp>
      </p:grpSp>
      <p:sp>
        <p:nvSpPr>
          <p:cNvPr id="586" name="Google Shape;586;p62"/>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63"/>
          <p:cNvSpPr txBox="1"/>
          <p:nvPr>
            <p:ph type="title"/>
          </p:nvPr>
        </p:nvSpPr>
        <p:spPr>
          <a:xfrm>
            <a:off x="228600" y="198375"/>
            <a:ext cx="3961800" cy="3177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I’m Not Important Enough</a:t>
            </a:r>
            <a:endParaRPr/>
          </a:p>
          <a:p>
            <a:pPr indent="0" lvl="0" marL="0" rtl="0" algn="l">
              <a:spcBef>
                <a:spcPts val="0"/>
              </a:spcBef>
              <a:spcAft>
                <a:spcPts val="0"/>
              </a:spcAft>
              <a:buNone/>
            </a:pPr>
            <a:r>
              <a:t/>
            </a:r>
            <a:endParaRPr/>
          </a:p>
        </p:txBody>
      </p:sp>
      <p:cxnSp>
        <p:nvCxnSpPr>
          <p:cNvPr id="592" name="Google Shape;592;p63"/>
          <p:cNvCxnSpPr/>
          <p:nvPr/>
        </p:nvCxnSpPr>
        <p:spPr>
          <a:xfrm>
            <a:off x="4856288" y="1667409"/>
            <a:ext cx="3961800" cy="0"/>
          </a:xfrm>
          <a:prstGeom prst="straightConnector1">
            <a:avLst/>
          </a:prstGeom>
          <a:noFill/>
          <a:ln cap="flat" cmpd="sng" w="9525">
            <a:solidFill>
              <a:schemeClr val="lt2"/>
            </a:solidFill>
            <a:prstDash val="solid"/>
            <a:round/>
            <a:headEnd len="med" w="med" type="none"/>
            <a:tailEnd len="med" w="med" type="none"/>
          </a:ln>
        </p:spPr>
      </p:cxnSp>
      <p:cxnSp>
        <p:nvCxnSpPr>
          <p:cNvPr id="593" name="Google Shape;593;p63"/>
          <p:cNvCxnSpPr/>
          <p:nvPr/>
        </p:nvCxnSpPr>
        <p:spPr>
          <a:xfrm>
            <a:off x="4856288" y="3026259"/>
            <a:ext cx="3961800" cy="0"/>
          </a:xfrm>
          <a:prstGeom prst="straightConnector1">
            <a:avLst/>
          </a:prstGeom>
          <a:noFill/>
          <a:ln cap="flat" cmpd="sng" w="9525">
            <a:solidFill>
              <a:schemeClr val="lt2"/>
            </a:solidFill>
            <a:prstDash val="solid"/>
            <a:round/>
            <a:headEnd len="med" w="med" type="none"/>
            <a:tailEnd len="med" w="med" type="none"/>
          </a:ln>
        </p:spPr>
      </p:cxnSp>
      <p:grpSp>
        <p:nvGrpSpPr>
          <p:cNvPr id="594" name="Google Shape;594;p63"/>
          <p:cNvGrpSpPr/>
          <p:nvPr/>
        </p:nvGrpSpPr>
        <p:grpSpPr>
          <a:xfrm rot="2218824">
            <a:off x="3415682" y="2323619"/>
            <a:ext cx="1067482" cy="496264"/>
            <a:chOff x="1239432" y="2293258"/>
            <a:chExt cx="166309" cy="77308"/>
          </a:xfrm>
        </p:grpSpPr>
        <p:sp>
          <p:nvSpPr>
            <p:cNvPr id="595" name="Google Shape;595;p63"/>
            <p:cNvSpPr/>
            <p:nvPr/>
          </p:nvSpPr>
          <p:spPr>
            <a:xfrm>
              <a:off x="1239432" y="2295871"/>
              <a:ext cx="166309" cy="74696"/>
            </a:xfrm>
            <a:custGeom>
              <a:rect b="b" l="l" r="r" t="t"/>
              <a:pathLst>
                <a:path extrusionOk="0" fill="none" h="1744" w="3883">
                  <a:moveTo>
                    <a:pt x="0" y="1420"/>
                  </a:moveTo>
                  <a:cubicBezTo>
                    <a:pt x="462" y="1126"/>
                    <a:pt x="912" y="851"/>
                    <a:pt x="1468" y="790"/>
                  </a:cubicBezTo>
                  <a:cubicBezTo>
                    <a:pt x="1812" y="752"/>
                    <a:pt x="2204" y="794"/>
                    <a:pt x="2498" y="989"/>
                  </a:cubicBezTo>
                  <a:cubicBezTo>
                    <a:pt x="2624" y="1069"/>
                    <a:pt x="2761" y="1202"/>
                    <a:pt x="2746" y="1370"/>
                  </a:cubicBezTo>
                  <a:cubicBezTo>
                    <a:pt x="2735" y="1511"/>
                    <a:pt x="2605" y="1641"/>
                    <a:pt x="2479" y="1694"/>
                  </a:cubicBezTo>
                  <a:cubicBezTo>
                    <a:pt x="2410" y="1729"/>
                    <a:pt x="2307" y="1744"/>
                    <a:pt x="2258" y="1671"/>
                  </a:cubicBezTo>
                  <a:cubicBezTo>
                    <a:pt x="2128" y="1496"/>
                    <a:pt x="2353" y="1191"/>
                    <a:pt x="2449" y="1057"/>
                  </a:cubicBezTo>
                  <a:cubicBezTo>
                    <a:pt x="2807" y="558"/>
                    <a:pt x="3330" y="234"/>
                    <a:pt x="3883" y="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96" name="Google Shape;596;p63"/>
            <p:cNvSpPr/>
            <p:nvPr/>
          </p:nvSpPr>
          <p:spPr>
            <a:xfrm>
              <a:off x="1397510" y="2296856"/>
              <a:ext cx="7238" cy="15890"/>
            </a:xfrm>
            <a:custGeom>
              <a:rect b="b" l="l" r="r" t="t"/>
              <a:pathLst>
                <a:path extrusionOk="0" fill="none" h="371" w="169">
                  <a:moveTo>
                    <a:pt x="169" y="1"/>
                  </a:moveTo>
                  <a:cubicBezTo>
                    <a:pt x="100" y="108"/>
                    <a:pt x="1" y="237"/>
                    <a:pt x="39" y="37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97" name="Google Shape;597;p63"/>
            <p:cNvSpPr/>
            <p:nvPr/>
          </p:nvSpPr>
          <p:spPr>
            <a:xfrm>
              <a:off x="1385775" y="2293258"/>
              <a:ext cx="19488" cy="2655"/>
            </a:xfrm>
            <a:custGeom>
              <a:rect b="b" l="l" r="r" t="t"/>
              <a:pathLst>
                <a:path extrusionOk="0" fill="none" h="62" w="455">
                  <a:moveTo>
                    <a:pt x="454" y="62"/>
                  </a:moveTo>
                  <a:cubicBezTo>
                    <a:pt x="298" y="58"/>
                    <a:pt x="157" y="28"/>
                    <a:pt x="0" y="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598" name="Google Shape;598;p63"/>
          <p:cNvSpPr txBox="1"/>
          <p:nvPr>
            <p:ph idx="1" type="body"/>
          </p:nvPr>
        </p:nvSpPr>
        <p:spPr>
          <a:xfrm>
            <a:off x="4819600" y="3701256"/>
            <a:ext cx="4095900" cy="587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“I’m not worth the effort”</a:t>
            </a:r>
            <a:endParaRPr/>
          </a:p>
        </p:txBody>
      </p:sp>
      <p:sp>
        <p:nvSpPr>
          <p:cNvPr id="599" name="Google Shape;599;p63"/>
          <p:cNvSpPr txBox="1"/>
          <p:nvPr>
            <p:ph idx="2" type="body"/>
          </p:nvPr>
        </p:nvSpPr>
        <p:spPr>
          <a:xfrm>
            <a:off x="4819600" y="2342406"/>
            <a:ext cx="4095900" cy="587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“No one would target me”</a:t>
            </a:r>
            <a:endParaRPr/>
          </a:p>
          <a:p>
            <a:pPr indent="0" lvl="0" marL="0" rtl="0" algn="l">
              <a:lnSpc>
                <a:spcPct val="100000"/>
              </a:lnSpc>
              <a:spcBef>
                <a:spcPts val="0"/>
              </a:spcBef>
              <a:spcAft>
                <a:spcPts val="0"/>
              </a:spcAft>
              <a:buNone/>
            </a:pPr>
            <a:r>
              <a:t/>
            </a:r>
            <a:endParaRPr/>
          </a:p>
        </p:txBody>
      </p:sp>
      <p:sp>
        <p:nvSpPr>
          <p:cNvPr id="600" name="Google Shape;600;p63"/>
          <p:cNvSpPr txBox="1"/>
          <p:nvPr>
            <p:ph idx="3" type="body"/>
          </p:nvPr>
        </p:nvSpPr>
        <p:spPr>
          <a:xfrm>
            <a:off x="4819600" y="983556"/>
            <a:ext cx="4095900" cy="587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“I have nothing to hide”</a:t>
            </a:r>
            <a:endParaRPr/>
          </a:p>
          <a:p>
            <a:pPr indent="0" lvl="0" marL="0" rtl="0" algn="l">
              <a:lnSpc>
                <a:spcPct val="100000"/>
              </a:lnSpc>
              <a:spcBef>
                <a:spcPts val="0"/>
              </a:spcBef>
              <a:spcAft>
                <a:spcPts val="0"/>
              </a:spcAft>
              <a:buNone/>
            </a:pPr>
            <a:r>
              <a:t/>
            </a:r>
            <a:endParaRPr/>
          </a:p>
        </p:txBody>
      </p:sp>
      <p:sp>
        <p:nvSpPr>
          <p:cNvPr id="601" name="Google Shape;601;p63"/>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64"/>
          <p:cNvSpPr txBox="1"/>
          <p:nvPr>
            <p:ph idx="4294967295" type="title"/>
          </p:nvPr>
        </p:nvSpPr>
        <p:spPr>
          <a:xfrm>
            <a:off x="228600" y="198375"/>
            <a:ext cx="8915400" cy="1323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3100"/>
              <a:t>Threat Modeling Is Choosing an Adversary</a:t>
            </a:r>
            <a:endParaRPr sz="300">
              <a:solidFill>
                <a:srgbClr val="000000"/>
              </a:solidFill>
              <a:latin typeface="Arial"/>
              <a:ea typeface="Arial"/>
              <a:cs typeface="Arial"/>
              <a:sym typeface="Arial"/>
            </a:endParaRPr>
          </a:p>
          <a:p>
            <a:pPr indent="0" lvl="0" marL="0" rtl="0" algn="l">
              <a:spcBef>
                <a:spcPts val="0"/>
              </a:spcBef>
              <a:spcAft>
                <a:spcPts val="0"/>
              </a:spcAft>
              <a:buNone/>
            </a:pPr>
            <a:r>
              <a:t/>
            </a:r>
            <a:endParaRPr sz="4300"/>
          </a:p>
        </p:txBody>
      </p:sp>
      <p:sp>
        <p:nvSpPr>
          <p:cNvPr id="607" name="Google Shape;607;p64"/>
          <p:cNvSpPr txBox="1"/>
          <p:nvPr>
            <p:ph idx="4294967295"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pic>
        <p:nvPicPr>
          <p:cNvPr id="608" name="Google Shape;608;p64"/>
          <p:cNvPicPr preferRelativeResize="0"/>
          <p:nvPr/>
        </p:nvPicPr>
        <p:blipFill>
          <a:blip r:embed="rId3">
            <a:alphaModFix/>
          </a:blip>
          <a:stretch>
            <a:fillRect/>
          </a:stretch>
        </p:blipFill>
        <p:spPr>
          <a:xfrm>
            <a:off x="152400" y="1412325"/>
            <a:ext cx="8839200" cy="1831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65"/>
          <p:cNvSpPr txBox="1"/>
          <p:nvPr>
            <p:ph type="title"/>
          </p:nvPr>
        </p:nvSpPr>
        <p:spPr>
          <a:xfrm>
            <a:off x="228600" y="198364"/>
            <a:ext cx="2926200" cy="2747400"/>
          </a:xfrm>
          <a:prstGeom prst="rect">
            <a:avLst/>
          </a:prstGeom>
        </p:spPr>
        <p:txBody>
          <a:bodyPr anchorCtr="0" anchor="t" bIns="91425" lIns="91425" spcFirstLastPara="1" rIns="91425" wrap="square" tIns="91425">
            <a:spAutoFit/>
          </a:bodyPr>
          <a:lstStyle/>
          <a:p>
            <a:pPr indent="0" lvl="0" marL="0" marR="0" rtl="0" algn="l">
              <a:lnSpc>
                <a:spcPct val="90000"/>
              </a:lnSpc>
              <a:spcBef>
                <a:spcPts val="0"/>
              </a:spcBef>
              <a:spcAft>
                <a:spcPts val="0"/>
              </a:spcAft>
              <a:buNone/>
            </a:pPr>
            <a:r>
              <a:rPr lang="en" sz="3700"/>
              <a:t>Attacks Don’t Start With Attacks</a:t>
            </a:r>
            <a:endParaRPr sz="3700"/>
          </a:p>
          <a:p>
            <a:pPr indent="0" lvl="0" marL="0" marR="0" rtl="0" algn="l">
              <a:lnSpc>
                <a:spcPct val="90000"/>
              </a:lnSpc>
              <a:spcBef>
                <a:spcPts val="0"/>
              </a:spcBef>
              <a:spcAft>
                <a:spcPts val="0"/>
              </a:spcAft>
              <a:buNone/>
            </a:pPr>
            <a:r>
              <a:t/>
            </a:r>
            <a:endParaRPr sz="3700"/>
          </a:p>
        </p:txBody>
      </p:sp>
      <p:cxnSp>
        <p:nvCxnSpPr>
          <p:cNvPr id="614" name="Google Shape;614;p65"/>
          <p:cNvCxnSpPr/>
          <p:nvPr/>
        </p:nvCxnSpPr>
        <p:spPr>
          <a:xfrm>
            <a:off x="4856288" y="1667409"/>
            <a:ext cx="3961800" cy="0"/>
          </a:xfrm>
          <a:prstGeom prst="straightConnector1">
            <a:avLst/>
          </a:prstGeom>
          <a:noFill/>
          <a:ln cap="flat" cmpd="sng" w="9525">
            <a:solidFill>
              <a:schemeClr val="lt2"/>
            </a:solidFill>
            <a:prstDash val="solid"/>
            <a:round/>
            <a:headEnd len="med" w="med" type="none"/>
            <a:tailEnd len="med" w="med" type="none"/>
          </a:ln>
        </p:spPr>
      </p:cxnSp>
      <p:cxnSp>
        <p:nvCxnSpPr>
          <p:cNvPr id="615" name="Google Shape;615;p65"/>
          <p:cNvCxnSpPr/>
          <p:nvPr/>
        </p:nvCxnSpPr>
        <p:spPr>
          <a:xfrm>
            <a:off x="4856288" y="3026259"/>
            <a:ext cx="3961800" cy="0"/>
          </a:xfrm>
          <a:prstGeom prst="straightConnector1">
            <a:avLst/>
          </a:prstGeom>
          <a:noFill/>
          <a:ln cap="flat" cmpd="sng" w="9525">
            <a:solidFill>
              <a:schemeClr val="lt2"/>
            </a:solidFill>
            <a:prstDash val="solid"/>
            <a:round/>
            <a:headEnd len="med" w="med" type="none"/>
            <a:tailEnd len="med" w="med" type="none"/>
          </a:ln>
        </p:spPr>
      </p:cxnSp>
      <p:grpSp>
        <p:nvGrpSpPr>
          <p:cNvPr id="616" name="Google Shape;616;p65"/>
          <p:cNvGrpSpPr/>
          <p:nvPr/>
        </p:nvGrpSpPr>
        <p:grpSpPr>
          <a:xfrm rot="2218824">
            <a:off x="2985532" y="624644"/>
            <a:ext cx="1067482" cy="496264"/>
            <a:chOff x="1239432" y="2293258"/>
            <a:chExt cx="166309" cy="77308"/>
          </a:xfrm>
        </p:grpSpPr>
        <p:sp>
          <p:nvSpPr>
            <p:cNvPr id="617" name="Google Shape;617;p65"/>
            <p:cNvSpPr/>
            <p:nvPr/>
          </p:nvSpPr>
          <p:spPr>
            <a:xfrm>
              <a:off x="1239432" y="2295871"/>
              <a:ext cx="166309" cy="74696"/>
            </a:xfrm>
            <a:custGeom>
              <a:rect b="b" l="l" r="r" t="t"/>
              <a:pathLst>
                <a:path extrusionOk="0" fill="none" h="1744" w="3883">
                  <a:moveTo>
                    <a:pt x="0" y="1420"/>
                  </a:moveTo>
                  <a:cubicBezTo>
                    <a:pt x="462" y="1126"/>
                    <a:pt x="912" y="851"/>
                    <a:pt x="1468" y="790"/>
                  </a:cubicBezTo>
                  <a:cubicBezTo>
                    <a:pt x="1812" y="752"/>
                    <a:pt x="2204" y="794"/>
                    <a:pt x="2498" y="989"/>
                  </a:cubicBezTo>
                  <a:cubicBezTo>
                    <a:pt x="2624" y="1069"/>
                    <a:pt x="2761" y="1202"/>
                    <a:pt x="2746" y="1370"/>
                  </a:cubicBezTo>
                  <a:cubicBezTo>
                    <a:pt x="2735" y="1511"/>
                    <a:pt x="2605" y="1641"/>
                    <a:pt x="2479" y="1694"/>
                  </a:cubicBezTo>
                  <a:cubicBezTo>
                    <a:pt x="2410" y="1729"/>
                    <a:pt x="2307" y="1744"/>
                    <a:pt x="2258" y="1671"/>
                  </a:cubicBezTo>
                  <a:cubicBezTo>
                    <a:pt x="2128" y="1496"/>
                    <a:pt x="2353" y="1191"/>
                    <a:pt x="2449" y="1057"/>
                  </a:cubicBezTo>
                  <a:cubicBezTo>
                    <a:pt x="2807" y="558"/>
                    <a:pt x="3330" y="234"/>
                    <a:pt x="3883" y="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18" name="Google Shape;618;p65"/>
            <p:cNvSpPr/>
            <p:nvPr/>
          </p:nvSpPr>
          <p:spPr>
            <a:xfrm>
              <a:off x="1397510" y="2296856"/>
              <a:ext cx="7238" cy="15890"/>
            </a:xfrm>
            <a:custGeom>
              <a:rect b="b" l="l" r="r" t="t"/>
              <a:pathLst>
                <a:path extrusionOk="0" fill="none" h="371" w="169">
                  <a:moveTo>
                    <a:pt x="169" y="1"/>
                  </a:moveTo>
                  <a:cubicBezTo>
                    <a:pt x="100" y="108"/>
                    <a:pt x="1" y="237"/>
                    <a:pt x="39" y="37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19" name="Google Shape;619;p65"/>
            <p:cNvSpPr/>
            <p:nvPr/>
          </p:nvSpPr>
          <p:spPr>
            <a:xfrm>
              <a:off x="1385775" y="2293258"/>
              <a:ext cx="19488" cy="2655"/>
            </a:xfrm>
            <a:custGeom>
              <a:rect b="b" l="l" r="r" t="t"/>
              <a:pathLst>
                <a:path extrusionOk="0" fill="none" h="62" w="455">
                  <a:moveTo>
                    <a:pt x="454" y="62"/>
                  </a:moveTo>
                  <a:cubicBezTo>
                    <a:pt x="298" y="58"/>
                    <a:pt x="157" y="28"/>
                    <a:pt x="0" y="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620" name="Google Shape;620;p65"/>
          <p:cNvSpPr/>
          <p:nvPr/>
        </p:nvSpPr>
        <p:spPr>
          <a:xfrm>
            <a:off x="4819600" y="562950"/>
            <a:ext cx="17772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t>Routine before breach</a:t>
            </a:r>
            <a:endParaRPr sz="900">
              <a:solidFill>
                <a:schemeClr val="dk2"/>
              </a:solidFill>
              <a:latin typeface="Poppins SemiBold"/>
              <a:ea typeface="Poppins SemiBold"/>
              <a:cs typeface="Poppins SemiBold"/>
              <a:sym typeface="Poppins SemiBold"/>
            </a:endParaRPr>
          </a:p>
        </p:txBody>
      </p:sp>
      <p:sp>
        <p:nvSpPr>
          <p:cNvPr id="621" name="Google Shape;621;p65"/>
          <p:cNvSpPr/>
          <p:nvPr/>
        </p:nvSpPr>
        <p:spPr>
          <a:xfrm>
            <a:off x="4819600" y="1921800"/>
            <a:ext cx="17772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t>Pattern before payload</a:t>
            </a:r>
            <a:endParaRPr sz="900">
              <a:solidFill>
                <a:schemeClr val="dk2"/>
              </a:solidFill>
              <a:latin typeface="Poppins SemiBold"/>
              <a:ea typeface="Poppins SemiBold"/>
              <a:cs typeface="Poppins SemiBold"/>
              <a:sym typeface="Poppins SemiBold"/>
            </a:endParaRPr>
          </a:p>
        </p:txBody>
      </p:sp>
      <p:sp>
        <p:nvSpPr>
          <p:cNvPr id="622" name="Google Shape;622;p65"/>
          <p:cNvSpPr/>
          <p:nvPr/>
        </p:nvSpPr>
        <p:spPr>
          <a:xfrm>
            <a:off x="4819600" y="3280650"/>
            <a:ext cx="20682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t>Context before compromise</a:t>
            </a:r>
            <a:endParaRPr sz="900">
              <a:solidFill>
                <a:schemeClr val="dk2"/>
              </a:solidFill>
              <a:latin typeface="Poppins SemiBold"/>
              <a:ea typeface="Poppins SemiBold"/>
              <a:cs typeface="Poppins SemiBold"/>
              <a:sym typeface="Poppins SemiBold"/>
            </a:endParaRPr>
          </a:p>
        </p:txBody>
      </p:sp>
      <p:sp>
        <p:nvSpPr>
          <p:cNvPr id="623" name="Google Shape;623;p65"/>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66"/>
          <p:cNvSpPr txBox="1"/>
          <p:nvPr>
            <p:ph idx="4294967295" type="title"/>
          </p:nvPr>
        </p:nvSpPr>
        <p:spPr>
          <a:xfrm>
            <a:off x="228600" y="198375"/>
            <a:ext cx="4234800" cy="28044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3600"/>
              <a:t>The Things We Do Without Thinking</a:t>
            </a:r>
            <a:endParaRPr sz="100">
              <a:solidFill>
                <a:srgbClr val="000000"/>
              </a:solidFill>
              <a:latin typeface="Arial"/>
              <a:ea typeface="Arial"/>
              <a:cs typeface="Arial"/>
              <a:sym typeface="Arial"/>
            </a:endParaRPr>
          </a:p>
          <a:p>
            <a:pPr indent="0" lvl="0" marL="0" rtl="0" algn="l">
              <a:spcBef>
                <a:spcPts val="1200"/>
              </a:spcBef>
              <a:spcAft>
                <a:spcPts val="0"/>
              </a:spcAft>
              <a:buNone/>
            </a:pPr>
            <a:r>
              <a:t/>
            </a:r>
            <a:endParaRPr sz="3600"/>
          </a:p>
        </p:txBody>
      </p:sp>
      <p:cxnSp>
        <p:nvCxnSpPr>
          <p:cNvPr id="629" name="Google Shape;629;p66"/>
          <p:cNvCxnSpPr/>
          <p:nvPr/>
        </p:nvCxnSpPr>
        <p:spPr>
          <a:xfrm>
            <a:off x="4856288" y="1667409"/>
            <a:ext cx="3961800" cy="0"/>
          </a:xfrm>
          <a:prstGeom prst="straightConnector1">
            <a:avLst/>
          </a:prstGeom>
          <a:noFill/>
          <a:ln cap="flat" cmpd="sng" w="9525">
            <a:solidFill>
              <a:schemeClr val="lt2"/>
            </a:solidFill>
            <a:prstDash val="solid"/>
            <a:round/>
            <a:headEnd len="med" w="med" type="none"/>
            <a:tailEnd len="med" w="med" type="none"/>
          </a:ln>
        </p:spPr>
      </p:cxnSp>
      <p:cxnSp>
        <p:nvCxnSpPr>
          <p:cNvPr id="630" name="Google Shape;630;p66"/>
          <p:cNvCxnSpPr/>
          <p:nvPr/>
        </p:nvCxnSpPr>
        <p:spPr>
          <a:xfrm>
            <a:off x="4856288" y="3026259"/>
            <a:ext cx="3961800" cy="0"/>
          </a:xfrm>
          <a:prstGeom prst="straightConnector1">
            <a:avLst/>
          </a:prstGeom>
          <a:noFill/>
          <a:ln cap="flat" cmpd="sng" w="9525">
            <a:solidFill>
              <a:schemeClr val="lt2"/>
            </a:solidFill>
            <a:prstDash val="solid"/>
            <a:round/>
            <a:headEnd len="med" w="med" type="none"/>
            <a:tailEnd len="med" w="med" type="none"/>
          </a:ln>
        </p:spPr>
      </p:cxnSp>
      <p:sp>
        <p:nvSpPr>
          <p:cNvPr id="631" name="Google Shape;631;p66"/>
          <p:cNvSpPr/>
          <p:nvPr/>
        </p:nvSpPr>
        <p:spPr>
          <a:xfrm>
            <a:off x="4819600" y="562950"/>
            <a:ext cx="9477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Poppins SemiBold"/>
                <a:ea typeface="Poppins SemiBold"/>
                <a:cs typeface="Poppins SemiBold"/>
                <a:sym typeface="Poppins SemiBold"/>
              </a:rPr>
              <a:t>Same Tool</a:t>
            </a:r>
            <a:endParaRPr sz="900">
              <a:solidFill>
                <a:schemeClr val="dk2"/>
              </a:solidFill>
              <a:latin typeface="Poppins SemiBold"/>
              <a:ea typeface="Poppins SemiBold"/>
              <a:cs typeface="Poppins SemiBold"/>
              <a:sym typeface="Poppins SemiBold"/>
            </a:endParaRPr>
          </a:p>
        </p:txBody>
      </p:sp>
      <p:sp>
        <p:nvSpPr>
          <p:cNvPr id="632" name="Google Shape;632;p66"/>
          <p:cNvSpPr/>
          <p:nvPr/>
        </p:nvSpPr>
        <p:spPr>
          <a:xfrm>
            <a:off x="4819600" y="1921800"/>
            <a:ext cx="9477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Poppins SemiBold"/>
                <a:ea typeface="Poppins SemiBold"/>
                <a:cs typeface="Poppins SemiBold"/>
                <a:sym typeface="Poppins SemiBold"/>
              </a:rPr>
              <a:t>Same Time</a:t>
            </a:r>
            <a:endParaRPr sz="900">
              <a:solidFill>
                <a:schemeClr val="dk2"/>
              </a:solidFill>
              <a:latin typeface="Poppins SemiBold"/>
              <a:ea typeface="Poppins SemiBold"/>
              <a:cs typeface="Poppins SemiBold"/>
              <a:sym typeface="Poppins SemiBold"/>
            </a:endParaRPr>
          </a:p>
        </p:txBody>
      </p:sp>
      <p:sp>
        <p:nvSpPr>
          <p:cNvPr id="633" name="Google Shape;633;p66"/>
          <p:cNvSpPr/>
          <p:nvPr/>
        </p:nvSpPr>
        <p:spPr>
          <a:xfrm>
            <a:off x="4819600" y="3280650"/>
            <a:ext cx="9477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Poppins SemiBold"/>
                <a:ea typeface="Poppins SemiBold"/>
                <a:cs typeface="Poppins SemiBold"/>
                <a:sym typeface="Poppins SemiBold"/>
              </a:rPr>
              <a:t>Same Place</a:t>
            </a:r>
            <a:endParaRPr sz="900">
              <a:solidFill>
                <a:schemeClr val="dk2"/>
              </a:solidFill>
              <a:latin typeface="Poppins SemiBold"/>
              <a:ea typeface="Poppins SemiBold"/>
              <a:cs typeface="Poppins SemiBold"/>
              <a:sym typeface="Poppins SemiBold"/>
            </a:endParaRPr>
          </a:p>
        </p:txBody>
      </p:sp>
      <p:sp>
        <p:nvSpPr>
          <p:cNvPr id="634" name="Google Shape;634;p66"/>
          <p:cNvSpPr txBox="1"/>
          <p:nvPr>
            <p:ph idx="4294967295"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67"/>
          <p:cNvSpPr txBox="1"/>
          <p:nvPr>
            <p:ph type="title"/>
          </p:nvPr>
        </p:nvSpPr>
        <p:spPr>
          <a:xfrm>
            <a:off x="228600" y="198373"/>
            <a:ext cx="4343400" cy="2428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This is What We Look For</a:t>
            </a:r>
            <a:endParaRPr/>
          </a:p>
        </p:txBody>
      </p:sp>
      <p:cxnSp>
        <p:nvCxnSpPr>
          <p:cNvPr id="640" name="Google Shape;640;p67"/>
          <p:cNvCxnSpPr/>
          <p:nvPr/>
        </p:nvCxnSpPr>
        <p:spPr>
          <a:xfrm>
            <a:off x="4856288" y="1667409"/>
            <a:ext cx="3961800" cy="0"/>
          </a:xfrm>
          <a:prstGeom prst="straightConnector1">
            <a:avLst/>
          </a:prstGeom>
          <a:noFill/>
          <a:ln cap="flat" cmpd="sng" w="9525">
            <a:solidFill>
              <a:schemeClr val="lt2"/>
            </a:solidFill>
            <a:prstDash val="solid"/>
            <a:round/>
            <a:headEnd len="med" w="med" type="none"/>
            <a:tailEnd len="med" w="med" type="none"/>
          </a:ln>
        </p:spPr>
      </p:cxnSp>
      <p:cxnSp>
        <p:nvCxnSpPr>
          <p:cNvPr id="641" name="Google Shape;641;p67"/>
          <p:cNvCxnSpPr/>
          <p:nvPr/>
        </p:nvCxnSpPr>
        <p:spPr>
          <a:xfrm>
            <a:off x="4856288" y="3026259"/>
            <a:ext cx="3961800" cy="0"/>
          </a:xfrm>
          <a:prstGeom prst="straightConnector1">
            <a:avLst/>
          </a:prstGeom>
          <a:noFill/>
          <a:ln cap="flat" cmpd="sng" w="9525">
            <a:solidFill>
              <a:schemeClr val="lt2"/>
            </a:solidFill>
            <a:prstDash val="solid"/>
            <a:round/>
            <a:headEnd len="med" w="med" type="none"/>
            <a:tailEnd len="med" w="med" type="none"/>
          </a:ln>
        </p:spPr>
      </p:cxnSp>
      <p:sp>
        <p:nvSpPr>
          <p:cNvPr id="642" name="Google Shape;642;p67"/>
          <p:cNvSpPr/>
          <p:nvPr/>
        </p:nvSpPr>
        <p:spPr>
          <a:xfrm>
            <a:off x="4819600" y="562950"/>
            <a:ext cx="12612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Poppins SemiBold"/>
                <a:ea typeface="Poppins SemiBold"/>
                <a:cs typeface="Poppins SemiBold"/>
                <a:sym typeface="Poppins SemiBold"/>
              </a:rPr>
              <a:t>Inconsistency</a:t>
            </a:r>
            <a:endParaRPr sz="900">
              <a:solidFill>
                <a:schemeClr val="dk2"/>
              </a:solidFill>
              <a:latin typeface="Poppins SemiBold"/>
              <a:ea typeface="Poppins SemiBold"/>
              <a:cs typeface="Poppins SemiBold"/>
              <a:sym typeface="Poppins SemiBold"/>
            </a:endParaRPr>
          </a:p>
        </p:txBody>
      </p:sp>
      <p:sp>
        <p:nvSpPr>
          <p:cNvPr id="643" name="Google Shape;643;p67"/>
          <p:cNvSpPr/>
          <p:nvPr/>
        </p:nvSpPr>
        <p:spPr>
          <a:xfrm>
            <a:off x="4819600" y="1921800"/>
            <a:ext cx="9477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Poppins SemiBold"/>
                <a:ea typeface="Poppins SemiBold"/>
                <a:cs typeface="Poppins SemiBold"/>
                <a:sym typeface="Poppins SemiBold"/>
              </a:rPr>
              <a:t>Repetition</a:t>
            </a:r>
            <a:endParaRPr sz="900">
              <a:solidFill>
                <a:schemeClr val="dk2"/>
              </a:solidFill>
              <a:latin typeface="Poppins SemiBold"/>
              <a:ea typeface="Poppins SemiBold"/>
              <a:cs typeface="Poppins SemiBold"/>
              <a:sym typeface="Poppins SemiBold"/>
            </a:endParaRPr>
          </a:p>
        </p:txBody>
      </p:sp>
      <p:sp>
        <p:nvSpPr>
          <p:cNvPr id="644" name="Google Shape;644;p67"/>
          <p:cNvSpPr/>
          <p:nvPr/>
        </p:nvSpPr>
        <p:spPr>
          <a:xfrm>
            <a:off x="4819600" y="3280650"/>
            <a:ext cx="13389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Poppins SemiBold"/>
                <a:ea typeface="Poppins SemiBold"/>
                <a:cs typeface="Poppins SemiBold"/>
                <a:sym typeface="Poppins SemiBold"/>
              </a:rPr>
              <a:t>Convenience</a:t>
            </a:r>
            <a:endParaRPr sz="900">
              <a:solidFill>
                <a:schemeClr val="dk2"/>
              </a:solidFill>
              <a:latin typeface="Poppins SemiBold"/>
              <a:ea typeface="Poppins SemiBold"/>
              <a:cs typeface="Poppins SemiBold"/>
              <a:sym typeface="Poppins SemiBold"/>
            </a:endParaRPr>
          </a:p>
        </p:txBody>
      </p:sp>
      <p:sp>
        <p:nvSpPr>
          <p:cNvPr id="645" name="Google Shape;645;p67"/>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646" name="Google Shape;646;p67"/>
          <p:cNvSpPr txBox="1"/>
          <p:nvPr/>
        </p:nvSpPr>
        <p:spPr>
          <a:xfrm>
            <a:off x="4856300" y="910350"/>
            <a:ext cx="4202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Nunito Sans"/>
                <a:ea typeface="Nunito Sans"/>
                <a:cs typeface="Nunito Sans"/>
                <a:sym typeface="Nunito Sans"/>
              </a:rPr>
              <a:t>When behavior breaks its own pattern, analysts notice. When it doesn't, they wait.</a:t>
            </a:r>
            <a:endParaRPr sz="1200">
              <a:solidFill>
                <a:schemeClr val="dk1"/>
              </a:solidFill>
              <a:latin typeface="Nunito Sans"/>
              <a:ea typeface="Nunito Sans"/>
              <a:cs typeface="Nunito Sans"/>
              <a:sym typeface="Nunito Sans"/>
            </a:endParaRPr>
          </a:p>
        </p:txBody>
      </p:sp>
      <p:sp>
        <p:nvSpPr>
          <p:cNvPr id="647" name="Google Shape;647;p67"/>
          <p:cNvSpPr txBox="1"/>
          <p:nvPr/>
        </p:nvSpPr>
        <p:spPr>
          <a:xfrm>
            <a:off x="4856300" y="2370675"/>
            <a:ext cx="4202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Nunito Sans"/>
                <a:ea typeface="Nunito Sans"/>
                <a:cs typeface="Nunito Sans"/>
                <a:sym typeface="Nunito Sans"/>
              </a:rPr>
              <a:t>Same tool, same time, same place. Routine is readable. Readable is attributable.</a:t>
            </a:r>
            <a:endParaRPr sz="1200">
              <a:solidFill>
                <a:schemeClr val="dk1"/>
              </a:solidFill>
              <a:latin typeface="Nunito Sans"/>
              <a:ea typeface="Nunito Sans"/>
              <a:cs typeface="Nunito Sans"/>
              <a:sym typeface="Nunito Sans"/>
            </a:endParaRPr>
          </a:p>
        </p:txBody>
      </p:sp>
      <p:sp>
        <p:nvSpPr>
          <p:cNvPr id="648" name="Google Shape;648;p67"/>
          <p:cNvSpPr txBox="1"/>
          <p:nvPr/>
        </p:nvSpPr>
        <p:spPr>
          <a:xfrm>
            <a:off x="4819600" y="3783300"/>
            <a:ext cx="4202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Nunito Sans"/>
                <a:ea typeface="Nunito Sans"/>
                <a:cs typeface="Nunito Sans"/>
                <a:sym typeface="Nunito Sans"/>
              </a:rPr>
              <a:t>Every shortcut is a signal. People make the same shortcuts in the same ways.</a:t>
            </a:r>
            <a:endParaRPr sz="1200">
              <a:solidFill>
                <a:schemeClr val="dk1"/>
              </a:solidFill>
              <a:latin typeface="Nunito Sans"/>
              <a:ea typeface="Nunito Sans"/>
              <a:cs typeface="Nunito Sans"/>
              <a:sym typeface="Nuni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68"/>
          <p:cNvSpPr txBox="1"/>
          <p:nvPr>
            <p:ph type="title"/>
          </p:nvPr>
        </p:nvSpPr>
        <p:spPr>
          <a:xfrm>
            <a:off x="771775" y="323675"/>
            <a:ext cx="5707200" cy="923400"/>
          </a:xfrm>
          <a:prstGeom prst="rect">
            <a:avLst/>
          </a:prstGeom>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sz="2400"/>
              <a:t>Not Every Signal Matters</a:t>
            </a:r>
            <a:endParaRPr sz="2400"/>
          </a:p>
          <a:p>
            <a:pPr indent="0" lvl="0" marL="0" marR="0" rtl="0" algn="l">
              <a:lnSpc>
                <a:spcPct val="100000"/>
              </a:lnSpc>
              <a:spcBef>
                <a:spcPts val="0"/>
              </a:spcBef>
              <a:spcAft>
                <a:spcPts val="0"/>
              </a:spcAft>
              <a:buNone/>
            </a:pPr>
            <a:r>
              <a:t/>
            </a:r>
            <a:endParaRPr sz="2400"/>
          </a:p>
        </p:txBody>
      </p:sp>
      <p:cxnSp>
        <p:nvCxnSpPr>
          <p:cNvPr id="654" name="Google Shape;654;p68"/>
          <p:cNvCxnSpPr/>
          <p:nvPr/>
        </p:nvCxnSpPr>
        <p:spPr>
          <a:xfrm>
            <a:off x="322975" y="1555022"/>
            <a:ext cx="8495400" cy="0"/>
          </a:xfrm>
          <a:prstGeom prst="straightConnector1">
            <a:avLst/>
          </a:prstGeom>
          <a:noFill/>
          <a:ln cap="flat" cmpd="sng" w="9525">
            <a:solidFill>
              <a:schemeClr val="accent1"/>
            </a:solidFill>
            <a:prstDash val="solid"/>
            <a:round/>
            <a:headEnd len="med" w="med" type="none"/>
            <a:tailEnd len="med" w="med" type="none"/>
          </a:ln>
        </p:spPr>
      </p:cxnSp>
      <p:sp>
        <p:nvSpPr>
          <p:cNvPr id="655" name="Google Shape;655;p68"/>
          <p:cNvSpPr txBox="1"/>
          <p:nvPr/>
        </p:nvSpPr>
        <p:spPr>
          <a:xfrm>
            <a:off x="228600" y="1254798"/>
            <a:ext cx="17409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dk1"/>
                </a:solidFill>
                <a:latin typeface="Nunito Sans"/>
                <a:ea typeface="Nunito Sans"/>
                <a:cs typeface="Nunito Sans"/>
                <a:sym typeface="Nunito Sans"/>
              </a:rPr>
              <a:t>Platform</a:t>
            </a:r>
            <a:endParaRPr b="1" sz="700">
              <a:solidFill>
                <a:schemeClr val="dk1"/>
              </a:solidFill>
              <a:latin typeface="Nunito Sans"/>
              <a:ea typeface="Nunito Sans"/>
              <a:cs typeface="Nunito Sans"/>
              <a:sym typeface="Nunito Sans"/>
            </a:endParaRPr>
          </a:p>
        </p:txBody>
      </p:sp>
      <p:sp>
        <p:nvSpPr>
          <p:cNvPr id="656" name="Google Shape;656;p68"/>
          <p:cNvSpPr txBox="1"/>
          <p:nvPr/>
        </p:nvSpPr>
        <p:spPr>
          <a:xfrm>
            <a:off x="2005675" y="1254798"/>
            <a:ext cx="17409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dk1"/>
                </a:solidFill>
                <a:latin typeface="Nunito Sans"/>
                <a:ea typeface="Nunito Sans"/>
                <a:cs typeface="Nunito Sans"/>
                <a:sym typeface="Nunito Sans"/>
              </a:rPr>
              <a:t>KPIs</a:t>
            </a:r>
            <a:endParaRPr b="1" sz="700">
              <a:solidFill>
                <a:schemeClr val="dk1"/>
              </a:solidFill>
              <a:latin typeface="Nunito Sans"/>
              <a:ea typeface="Nunito Sans"/>
              <a:cs typeface="Nunito Sans"/>
              <a:sym typeface="Nunito Sans"/>
            </a:endParaRPr>
          </a:p>
        </p:txBody>
      </p:sp>
      <p:cxnSp>
        <p:nvCxnSpPr>
          <p:cNvPr id="657" name="Google Shape;657;p68"/>
          <p:cNvCxnSpPr/>
          <p:nvPr/>
        </p:nvCxnSpPr>
        <p:spPr>
          <a:xfrm>
            <a:off x="322975" y="2089291"/>
            <a:ext cx="8495400" cy="0"/>
          </a:xfrm>
          <a:prstGeom prst="straightConnector1">
            <a:avLst/>
          </a:prstGeom>
          <a:noFill/>
          <a:ln cap="flat" cmpd="sng" w="9525">
            <a:solidFill>
              <a:schemeClr val="accent1"/>
            </a:solidFill>
            <a:prstDash val="solid"/>
            <a:round/>
            <a:headEnd len="med" w="med" type="none"/>
            <a:tailEnd len="med" w="med" type="none"/>
          </a:ln>
        </p:spPr>
      </p:cxnSp>
      <p:sp>
        <p:nvSpPr>
          <p:cNvPr id="658" name="Google Shape;658;p68"/>
          <p:cNvSpPr txBox="1"/>
          <p:nvPr/>
        </p:nvSpPr>
        <p:spPr>
          <a:xfrm>
            <a:off x="771775" y="1644106"/>
            <a:ext cx="1141200" cy="3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Poppins"/>
                <a:ea typeface="Poppins"/>
                <a:cs typeface="Poppins"/>
                <a:sym typeface="Poppins"/>
              </a:rPr>
              <a:t>Platform name</a:t>
            </a:r>
            <a:endParaRPr b="1" sz="800">
              <a:solidFill>
                <a:schemeClr val="dk1"/>
              </a:solidFill>
              <a:latin typeface="Poppins"/>
              <a:ea typeface="Poppins"/>
              <a:cs typeface="Poppins"/>
              <a:sym typeface="Poppins"/>
            </a:endParaRPr>
          </a:p>
          <a:p>
            <a:pPr indent="0" lvl="0" marL="0" rtl="0" algn="l">
              <a:spcBef>
                <a:spcPts val="0"/>
              </a:spcBef>
              <a:spcAft>
                <a:spcPts val="0"/>
              </a:spcAft>
              <a:buNone/>
            </a:pPr>
            <a:r>
              <a:rPr lang="en" sz="800">
                <a:solidFill>
                  <a:schemeClr val="dk1"/>
                </a:solidFill>
                <a:latin typeface="Nunito Sans Medium"/>
                <a:ea typeface="Nunito Sans Medium"/>
                <a:cs typeface="Nunito Sans Medium"/>
                <a:sym typeface="Nunito Sans Medium"/>
              </a:rPr>
              <a:t>XXB</a:t>
            </a:r>
            <a:endParaRPr b="1" sz="800">
              <a:solidFill>
                <a:schemeClr val="dk1"/>
              </a:solidFill>
              <a:latin typeface="Nunito Sans Medium"/>
              <a:ea typeface="Nunito Sans Medium"/>
              <a:cs typeface="Nunito Sans Medium"/>
              <a:sym typeface="Nunito Sans Medium"/>
            </a:endParaRPr>
          </a:p>
        </p:txBody>
      </p:sp>
      <p:sp>
        <p:nvSpPr>
          <p:cNvPr id="659" name="Google Shape;659;p68"/>
          <p:cNvSpPr/>
          <p:nvPr/>
        </p:nvSpPr>
        <p:spPr>
          <a:xfrm>
            <a:off x="2005675" y="1693606"/>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1</a:t>
            </a:r>
            <a:endParaRPr b="1" sz="600">
              <a:solidFill>
                <a:schemeClr val="dk2"/>
              </a:solidFill>
              <a:latin typeface="Nunito Sans"/>
              <a:ea typeface="Nunito Sans"/>
              <a:cs typeface="Nunito Sans"/>
              <a:sym typeface="Nunito Sans"/>
            </a:endParaRPr>
          </a:p>
        </p:txBody>
      </p:sp>
      <p:sp>
        <p:nvSpPr>
          <p:cNvPr id="660" name="Google Shape;660;p68"/>
          <p:cNvSpPr/>
          <p:nvPr/>
        </p:nvSpPr>
        <p:spPr>
          <a:xfrm>
            <a:off x="3576200" y="1693606"/>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2</a:t>
            </a:r>
            <a:endParaRPr b="1" sz="600">
              <a:solidFill>
                <a:schemeClr val="dk2"/>
              </a:solidFill>
              <a:latin typeface="Nunito Sans"/>
              <a:ea typeface="Nunito Sans"/>
              <a:cs typeface="Nunito Sans"/>
              <a:sym typeface="Nunito Sans"/>
            </a:endParaRPr>
          </a:p>
        </p:txBody>
      </p:sp>
      <p:sp>
        <p:nvSpPr>
          <p:cNvPr id="661" name="Google Shape;661;p68"/>
          <p:cNvSpPr/>
          <p:nvPr/>
        </p:nvSpPr>
        <p:spPr>
          <a:xfrm>
            <a:off x="5146725" y="1693606"/>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3</a:t>
            </a:r>
            <a:endParaRPr b="1" sz="600">
              <a:solidFill>
                <a:schemeClr val="dk2"/>
              </a:solidFill>
              <a:latin typeface="Nunito Sans"/>
              <a:ea typeface="Nunito Sans"/>
              <a:cs typeface="Nunito Sans"/>
              <a:sym typeface="Nunito Sans"/>
            </a:endParaRPr>
          </a:p>
        </p:txBody>
      </p:sp>
      <p:sp>
        <p:nvSpPr>
          <p:cNvPr id="662" name="Google Shape;662;p68"/>
          <p:cNvSpPr/>
          <p:nvPr/>
        </p:nvSpPr>
        <p:spPr>
          <a:xfrm>
            <a:off x="6717250" y="1693606"/>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4</a:t>
            </a:r>
            <a:endParaRPr b="1" sz="600">
              <a:solidFill>
                <a:schemeClr val="dk2"/>
              </a:solidFill>
              <a:latin typeface="Nunito Sans"/>
              <a:ea typeface="Nunito Sans"/>
              <a:cs typeface="Nunito Sans"/>
              <a:sym typeface="Nunito Sans"/>
            </a:endParaRPr>
          </a:p>
        </p:txBody>
      </p:sp>
      <p:cxnSp>
        <p:nvCxnSpPr>
          <p:cNvPr id="663" name="Google Shape;663;p68"/>
          <p:cNvCxnSpPr/>
          <p:nvPr/>
        </p:nvCxnSpPr>
        <p:spPr>
          <a:xfrm>
            <a:off x="322975" y="2623559"/>
            <a:ext cx="8495400" cy="0"/>
          </a:xfrm>
          <a:prstGeom prst="straightConnector1">
            <a:avLst/>
          </a:prstGeom>
          <a:noFill/>
          <a:ln cap="flat" cmpd="sng" w="9525">
            <a:solidFill>
              <a:schemeClr val="accent1"/>
            </a:solidFill>
            <a:prstDash val="solid"/>
            <a:round/>
            <a:headEnd len="med" w="med" type="none"/>
            <a:tailEnd len="med" w="med" type="none"/>
          </a:ln>
        </p:spPr>
      </p:cxnSp>
      <p:sp>
        <p:nvSpPr>
          <p:cNvPr id="664" name="Google Shape;664;p68"/>
          <p:cNvSpPr txBox="1"/>
          <p:nvPr/>
        </p:nvSpPr>
        <p:spPr>
          <a:xfrm>
            <a:off x="771775" y="2178375"/>
            <a:ext cx="1141200" cy="3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Poppins"/>
                <a:ea typeface="Poppins"/>
                <a:cs typeface="Poppins"/>
                <a:sym typeface="Poppins"/>
              </a:rPr>
              <a:t>Platform name</a:t>
            </a:r>
            <a:endParaRPr b="1" sz="800">
              <a:solidFill>
                <a:schemeClr val="dk1"/>
              </a:solidFill>
              <a:latin typeface="Poppins"/>
              <a:ea typeface="Poppins"/>
              <a:cs typeface="Poppins"/>
              <a:sym typeface="Poppins"/>
            </a:endParaRPr>
          </a:p>
          <a:p>
            <a:pPr indent="0" lvl="0" marL="0" rtl="0" algn="l">
              <a:spcBef>
                <a:spcPts val="0"/>
              </a:spcBef>
              <a:spcAft>
                <a:spcPts val="0"/>
              </a:spcAft>
              <a:buNone/>
            </a:pPr>
            <a:r>
              <a:rPr lang="en" sz="800">
                <a:solidFill>
                  <a:schemeClr val="dk1"/>
                </a:solidFill>
                <a:latin typeface="Nunito Sans Medium"/>
                <a:ea typeface="Nunito Sans Medium"/>
                <a:cs typeface="Nunito Sans Medium"/>
                <a:sym typeface="Nunito Sans Medium"/>
              </a:rPr>
              <a:t>XXB</a:t>
            </a:r>
            <a:endParaRPr sz="800">
              <a:solidFill>
                <a:schemeClr val="dk1"/>
              </a:solidFill>
              <a:latin typeface="Nunito Sans Medium"/>
              <a:ea typeface="Nunito Sans Medium"/>
              <a:cs typeface="Nunito Sans Medium"/>
              <a:sym typeface="Nunito Sans Medium"/>
            </a:endParaRPr>
          </a:p>
        </p:txBody>
      </p:sp>
      <p:sp>
        <p:nvSpPr>
          <p:cNvPr id="665" name="Google Shape;665;p68"/>
          <p:cNvSpPr/>
          <p:nvPr/>
        </p:nvSpPr>
        <p:spPr>
          <a:xfrm>
            <a:off x="2005675" y="2227875"/>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1</a:t>
            </a:r>
            <a:endParaRPr b="1" sz="600">
              <a:solidFill>
                <a:schemeClr val="dk2"/>
              </a:solidFill>
              <a:latin typeface="Nunito Sans"/>
              <a:ea typeface="Nunito Sans"/>
              <a:cs typeface="Nunito Sans"/>
              <a:sym typeface="Nunito Sans"/>
            </a:endParaRPr>
          </a:p>
        </p:txBody>
      </p:sp>
      <p:sp>
        <p:nvSpPr>
          <p:cNvPr id="666" name="Google Shape;666;p68"/>
          <p:cNvSpPr/>
          <p:nvPr/>
        </p:nvSpPr>
        <p:spPr>
          <a:xfrm>
            <a:off x="322975" y="2210175"/>
            <a:ext cx="292500" cy="2925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667" name="Google Shape;667;p68"/>
          <p:cNvSpPr/>
          <p:nvPr/>
        </p:nvSpPr>
        <p:spPr>
          <a:xfrm>
            <a:off x="3576200" y="2227875"/>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2</a:t>
            </a:r>
            <a:endParaRPr b="1" sz="600">
              <a:solidFill>
                <a:schemeClr val="dk2"/>
              </a:solidFill>
              <a:latin typeface="Nunito Sans"/>
              <a:ea typeface="Nunito Sans"/>
              <a:cs typeface="Nunito Sans"/>
              <a:sym typeface="Nunito Sans"/>
            </a:endParaRPr>
          </a:p>
        </p:txBody>
      </p:sp>
      <p:sp>
        <p:nvSpPr>
          <p:cNvPr id="668" name="Google Shape;668;p68"/>
          <p:cNvSpPr/>
          <p:nvPr/>
        </p:nvSpPr>
        <p:spPr>
          <a:xfrm>
            <a:off x="5146725" y="2227875"/>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3</a:t>
            </a:r>
            <a:endParaRPr b="1" sz="600">
              <a:solidFill>
                <a:schemeClr val="dk2"/>
              </a:solidFill>
              <a:latin typeface="Nunito Sans"/>
              <a:ea typeface="Nunito Sans"/>
              <a:cs typeface="Nunito Sans"/>
              <a:sym typeface="Nunito Sans"/>
            </a:endParaRPr>
          </a:p>
        </p:txBody>
      </p:sp>
      <p:sp>
        <p:nvSpPr>
          <p:cNvPr id="669" name="Google Shape;669;p68"/>
          <p:cNvSpPr/>
          <p:nvPr/>
        </p:nvSpPr>
        <p:spPr>
          <a:xfrm>
            <a:off x="6717250" y="2227875"/>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4</a:t>
            </a:r>
            <a:endParaRPr b="1" sz="600">
              <a:solidFill>
                <a:schemeClr val="dk2"/>
              </a:solidFill>
              <a:latin typeface="Nunito Sans"/>
              <a:ea typeface="Nunito Sans"/>
              <a:cs typeface="Nunito Sans"/>
              <a:sym typeface="Nunito Sans"/>
            </a:endParaRPr>
          </a:p>
        </p:txBody>
      </p:sp>
      <p:cxnSp>
        <p:nvCxnSpPr>
          <p:cNvPr id="670" name="Google Shape;670;p68"/>
          <p:cNvCxnSpPr/>
          <p:nvPr/>
        </p:nvCxnSpPr>
        <p:spPr>
          <a:xfrm>
            <a:off x="322975" y="3157828"/>
            <a:ext cx="8495400" cy="0"/>
          </a:xfrm>
          <a:prstGeom prst="straightConnector1">
            <a:avLst/>
          </a:prstGeom>
          <a:noFill/>
          <a:ln cap="flat" cmpd="sng" w="9525">
            <a:solidFill>
              <a:schemeClr val="accent1"/>
            </a:solidFill>
            <a:prstDash val="solid"/>
            <a:round/>
            <a:headEnd len="med" w="med" type="none"/>
            <a:tailEnd len="med" w="med" type="none"/>
          </a:ln>
        </p:spPr>
      </p:cxnSp>
      <p:sp>
        <p:nvSpPr>
          <p:cNvPr id="671" name="Google Shape;671;p68"/>
          <p:cNvSpPr txBox="1"/>
          <p:nvPr/>
        </p:nvSpPr>
        <p:spPr>
          <a:xfrm>
            <a:off x="771775" y="2712644"/>
            <a:ext cx="1141200" cy="3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Poppins"/>
                <a:ea typeface="Poppins"/>
                <a:cs typeface="Poppins"/>
                <a:sym typeface="Poppins"/>
              </a:rPr>
              <a:t>Platform name</a:t>
            </a:r>
            <a:endParaRPr b="1" sz="800">
              <a:solidFill>
                <a:schemeClr val="dk1"/>
              </a:solidFill>
              <a:latin typeface="Poppins"/>
              <a:ea typeface="Poppins"/>
              <a:cs typeface="Poppins"/>
              <a:sym typeface="Poppins"/>
            </a:endParaRPr>
          </a:p>
          <a:p>
            <a:pPr indent="0" lvl="0" marL="0" rtl="0" algn="l">
              <a:spcBef>
                <a:spcPts val="0"/>
              </a:spcBef>
              <a:spcAft>
                <a:spcPts val="0"/>
              </a:spcAft>
              <a:buNone/>
            </a:pPr>
            <a:r>
              <a:rPr lang="en" sz="800">
                <a:solidFill>
                  <a:schemeClr val="dk1"/>
                </a:solidFill>
                <a:latin typeface="Nunito Sans Medium"/>
                <a:ea typeface="Nunito Sans Medium"/>
                <a:cs typeface="Nunito Sans Medium"/>
                <a:sym typeface="Nunito Sans Medium"/>
              </a:rPr>
              <a:t>XXB</a:t>
            </a:r>
            <a:endParaRPr b="1" sz="800">
              <a:solidFill>
                <a:schemeClr val="dk1"/>
              </a:solidFill>
              <a:latin typeface="Nunito Sans Medium"/>
              <a:ea typeface="Nunito Sans Medium"/>
              <a:cs typeface="Nunito Sans Medium"/>
              <a:sym typeface="Nunito Sans Medium"/>
            </a:endParaRPr>
          </a:p>
        </p:txBody>
      </p:sp>
      <p:sp>
        <p:nvSpPr>
          <p:cNvPr id="672" name="Google Shape;672;p68"/>
          <p:cNvSpPr/>
          <p:nvPr/>
        </p:nvSpPr>
        <p:spPr>
          <a:xfrm>
            <a:off x="2005675" y="2762144"/>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1</a:t>
            </a:r>
            <a:endParaRPr b="1" sz="600">
              <a:solidFill>
                <a:schemeClr val="dk2"/>
              </a:solidFill>
              <a:latin typeface="Nunito Sans"/>
              <a:ea typeface="Nunito Sans"/>
              <a:cs typeface="Nunito Sans"/>
              <a:sym typeface="Nunito Sans"/>
            </a:endParaRPr>
          </a:p>
        </p:txBody>
      </p:sp>
      <p:sp>
        <p:nvSpPr>
          <p:cNvPr id="673" name="Google Shape;673;p68"/>
          <p:cNvSpPr/>
          <p:nvPr/>
        </p:nvSpPr>
        <p:spPr>
          <a:xfrm>
            <a:off x="322975" y="2744444"/>
            <a:ext cx="292500" cy="2925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674" name="Google Shape;674;p68"/>
          <p:cNvSpPr/>
          <p:nvPr/>
        </p:nvSpPr>
        <p:spPr>
          <a:xfrm>
            <a:off x="3576200" y="2762144"/>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2</a:t>
            </a:r>
            <a:endParaRPr b="1" sz="600">
              <a:solidFill>
                <a:schemeClr val="dk2"/>
              </a:solidFill>
              <a:latin typeface="Nunito Sans"/>
              <a:ea typeface="Nunito Sans"/>
              <a:cs typeface="Nunito Sans"/>
              <a:sym typeface="Nunito Sans"/>
            </a:endParaRPr>
          </a:p>
        </p:txBody>
      </p:sp>
      <p:sp>
        <p:nvSpPr>
          <p:cNvPr id="675" name="Google Shape;675;p68"/>
          <p:cNvSpPr/>
          <p:nvPr/>
        </p:nvSpPr>
        <p:spPr>
          <a:xfrm>
            <a:off x="5146725" y="2762144"/>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3</a:t>
            </a:r>
            <a:endParaRPr b="1" sz="600">
              <a:solidFill>
                <a:schemeClr val="dk2"/>
              </a:solidFill>
              <a:latin typeface="Nunito Sans"/>
              <a:ea typeface="Nunito Sans"/>
              <a:cs typeface="Nunito Sans"/>
              <a:sym typeface="Nunito Sans"/>
            </a:endParaRPr>
          </a:p>
        </p:txBody>
      </p:sp>
      <p:sp>
        <p:nvSpPr>
          <p:cNvPr id="676" name="Google Shape;676;p68"/>
          <p:cNvSpPr/>
          <p:nvPr/>
        </p:nvSpPr>
        <p:spPr>
          <a:xfrm>
            <a:off x="6717250" y="2762144"/>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4</a:t>
            </a:r>
            <a:endParaRPr b="1" sz="600">
              <a:solidFill>
                <a:schemeClr val="dk2"/>
              </a:solidFill>
              <a:latin typeface="Nunito Sans"/>
              <a:ea typeface="Nunito Sans"/>
              <a:cs typeface="Nunito Sans"/>
              <a:sym typeface="Nunito Sans"/>
            </a:endParaRPr>
          </a:p>
        </p:txBody>
      </p:sp>
      <p:cxnSp>
        <p:nvCxnSpPr>
          <p:cNvPr id="677" name="Google Shape;677;p68"/>
          <p:cNvCxnSpPr/>
          <p:nvPr/>
        </p:nvCxnSpPr>
        <p:spPr>
          <a:xfrm>
            <a:off x="322975" y="3692097"/>
            <a:ext cx="8495400" cy="0"/>
          </a:xfrm>
          <a:prstGeom prst="straightConnector1">
            <a:avLst/>
          </a:prstGeom>
          <a:noFill/>
          <a:ln cap="flat" cmpd="sng" w="9525">
            <a:solidFill>
              <a:schemeClr val="accent1"/>
            </a:solidFill>
            <a:prstDash val="solid"/>
            <a:round/>
            <a:headEnd len="med" w="med" type="none"/>
            <a:tailEnd len="med" w="med" type="none"/>
          </a:ln>
        </p:spPr>
      </p:cxnSp>
      <p:sp>
        <p:nvSpPr>
          <p:cNvPr id="678" name="Google Shape;678;p68"/>
          <p:cNvSpPr txBox="1"/>
          <p:nvPr/>
        </p:nvSpPr>
        <p:spPr>
          <a:xfrm>
            <a:off x="771775" y="3246912"/>
            <a:ext cx="1141200" cy="3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Poppins"/>
                <a:ea typeface="Poppins"/>
                <a:cs typeface="Poppins"/>
                <a:sym typeface="Poppins"/>
              </a:rPr>
              <a:t>Platform name</a:t>
            </a:r>
            <a:endParaRPr b="1" sz="800">
              <a:solidFill>
                <a:schemeClr val="dk1"/>
              </a:solidFill>
              <a:latin typeface="Poppins"/>
              <a:ea typeface="Poppins"/>
              <a:cs typeface="Poppins"/>
              <a:sym typeface="Poppins"/>
            </a:endParaRPr>
          </a:p>
          <a:p>
            <a:pPr indent="0" lvl="0" marL="0" rtl="0" algn="l">
              <a:spcBef>
                <a:spcPts val="0"/>
              </a:spcBef>
              <a:spcAft>
                <a:spcPts val="0"/>
              </a:spcAft>
              <a:buNone/>
            </a:pPr>
            <a:r>
              <a:rPr lang="en" sz="800">
                <a:solidFill>
                  <a:schemeClr val="dk1"/>
                </a:solidFill>
                <a:latin typeface="Nunito Sans Medium"/>
                <a:ea typeface="Nunito Sans Medium"/>
                <a:cs typeface="Nunito Sans Medium"/>
                <a:sym typeface="Nunito Sans Medium"/>
              </a:rPr>
              <a:t>XxB</a:t>
            </a:r>
            <a:endParaRPr b="1" sz="800">
              <a:solidFill>
                <a:schemeClr val="dk1"/>
              </a:solidFill>
              <a:latin typeface="Nunito Sans Medium"/>
              <a:ea typeface="Nunito Sans Medium"/>
              <a:cs typeface="Nunito Sans Medium"/>
              <a:sym typeface="Nunito Sans Medium"/>
            </a:endParaRPr>
          </a:p>
        </p:txBody>
      </p:sp>
      <p:sp>
        <p:nvSpPr>
          <p:cNvPr id="679" name="Google Shape;679;p68"/>
          <p:cNvSpPr/>
          <p:nvPr/>
        </p:nvSpPr>
        <p:spPr>
          <a:xfrm>
            <a:off x="2005675" y="3296412"/>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1</a:t>
            </a:r>
            <a:endParaRPr b="1" sz="600">
              <a:solidFill>
                <a:schemeClr val="dk2"/>
              </a:solidFill>
              <a:latin typeface="Nunito Sans"/>
              <a:ea typeface="Nunito Sans"/>
              <a:cs typeface="Nunito Sans"/>
              <a:sym typeface="Nunito Sans"/>
            </a:endParaRPr>
          </a:p>
        </p:txBody>
      </p:sp>
      <p:sp>
        <p:nvSpPr>
          <p:cNvPr id="680" name="Google Shape;680;p68"/>
          <p:cNvSpPr/>
          <p:nvPr/>
        </p:nvSpPr>
        <p:spPr>
          <a:xfrm>
            <a:off x="322975" y="3278712"/>
            <a:ext cx="292500" cy="2925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681" name="Google Shape;681;p68"/>
          <p:cNvSpPr/>
          <p:nvPr/>
        </p:nvSpPr>
        <p:spPr>
          <a:xfrm>
            <a:off x="3576200" y="3296412"/>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2</a:t>
            </a:r>
            <a:endParaRPr b="1" sz="600">
              <a:solidFill>
                <a:schemeClr val="dk2"/>
              </a:solidFill>
              <a:latin typeface="Nunito Sans"/>
              <a:ea typeface="Nunito Sans"/>
              <a:cs typeface="Nunito Sans"/>
              <a:sym typeface="Nunito Sans"/>
            </a:endParaRPr>
          </a:p>
        </p:txBody>
      </p:sp>
      <p:sp>
        <p:nvSpPr>
          <p:cNvPr id="682" name="Google Shape;682;p68"/>
          <p:cNvSpPr/>
          <p:nvPr/>
        </p:nvSpPr>
        <p:spPr>
          <a:xfrm>
            <a:off x="5146725" y="3296412"/>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a:t>
            </a:r>
            <a:r>
              <a:rPr b="1" lang="en" sz="600">
                <a:solidFill>
                  <a:schemeClr val="dk2"/>
                </a:solidFill>
                <a:latin typeface="Nunito Sans"/>
                <a:ea typeface="Nunito Sans"/>
                <a:cs typeface="Nunito Sans"/>
                <a:sym typeface="Nunito Sans"/>
              </a:rPr>
              <a:t> 3</a:t>
            </a:r>
            <a:endParaRPr b="1" sz="600">
              <a:solidFill>
                <a:schemeClr val="dk2"/>
              </a:solidFill>
              <a:latin typeface="Nunito Sans"/>
              <a:ea typeface="Nunito Sans"/>
              <a:cs typeface="Nunito Sans"/>
              <a:sym typeface="Nunito Sans"/>
            </a:endParaRPr>
          </a:p>
        </p:txBody>
      </p:sp>
      <p:sp>
        <p:nvSpPr>
          <p:cNvPr id="683" name="Google Shape;683;p68"/>
          <p:cNvSpPr/>
          <p:nvPr/>
        </p:nvSpPr>
        <p:spPr>
          <a:xfrm>
            <a:off x="6717250" y="3296412"/>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4</a:t>
            </a:r>
            <a:endParaRPr b="1" sz="600">
              <a:solidFill>
                <a:schemeClr val="dk2"/>
              </a:solidFill>
              <a:latin typeface="Nunito Sans"/>
              <a:ea typeface="Nunito Sans"/>
              <a:cs typeface="Nunito Sans"/>
              <a:sym typeface="Nunito Sans"/>
            </a:endParaRPr>
          </a:p>
        </p:txBody>
      </p:sp>
      <p:cxnSp>
        <p:nvCxnSpPr>
          <p:cNvPr id="684" name="Google Shape;684;p68"/>
          <p:cNvCxnSpPr/>
          <p:nvPr/>
        </p:nvCxnSpPr>
        <p:spPr>
          <a:xfrm>
            <a:off x="322975" y="4226366"/>
            <a:ext cx="8495400" cy="0"/>
          </a:xfrm>
          <a:prstGeom prst="straightConnector1">
            <a:avLst/>
          </a:prstGeom>
          <a:noFill/>
          <a:ln cap="flat" cmpd="sng" w="9525">
            <a:solidFill>
              <a:schemeClr val="accent1"/>
            </a:solidFill>
            <a:prstDash val="solid"/>
            <a:round/>
            <a:headEnd len="med" w="med" type="none"/>
            <a:tailEnd len="med" w="med" type="none"/>
          </a:ln>
        </p:spPr>
      </p:cxnSp>
      <p:sp>
        <p:nvSpPr>
          <p:cNvPr id="685" name="Google Shape;685;p68"/>
          <p:cNvSpPr txBox="1"/>
          <p:nvPr/>
        </p:nvSpPr>
        <p:spPr>
          <a:xfrm>
            <a:off x="771775" y="3781181"/>
            <a:ext cx="1141200" cy="3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Poppins"/>
                <a:ea typeface="Poppins"/>
                <a:cs typeface="Poppins"/>
                <a:sym typeface="Poppins"/>
              </a:rPr>
              <a:t>Platform name</a:t>
            </a:r>
            <a:endParaRPr b="1" sz="800">
              <a:solidFill>
                <a:schemeClr val="dk1"/>
              </a:solidFill>
              <a:latin typeface="Poppins"/>
              <a:ea typeface="Poppins"/>
              <a:cs typeface="Poppins"/>
              <a:sym typeface="Poppins"/>
            </a:endParaRPr>
          </a:p>
          <a:p>
            <a:pPr indent="0" lvl="0" marL="0" rtl="0" algn="l">
              <a:spcBef>
                <a:spcPts val="0"/>
              </a:spcBef>
              <a:spcAft>
                <a:spcPts val="0"/>
              </a:spcAft>
              <a:buNone/>
            </a:pPr>
            <a:r>
              <a:rPr lang="en" sz="800">
                <a:solidFill>
                  <a:schemeClr val="dk1"/>
                </a:solidFill>
                <a:latin typeface="Nunito Sans Medium"/>
                <a:ea typeface="Nunito Sans Medium"/>
                <a:cs typeface="Nunito Sans Medium"/>
                <a:sym typeface="Nunito Sans Medium"/>
              </a:rPr>
              <a:t>XXB</a:t>
            </a:r>
            <a:endParaRPr b="1" sz="800">
              <a:solidFill>
                <a:schemeClr val="dk1"/>
              </a:solidFill>
              <a:latin typeface="Nunito Sans Medium"/>
              <a:ea typeface="Nunito Sans Medium"/>
              <a:cs typeface="Nunito Sans Medium"/>
              <a:sym typeface="Nunito Sans Medium"/>
            </a:endParaRPr>
          </a:p>
        </p:txBody>
      </p:sp>
      <p:sp>
        <p:nvSpPr>
          <p:cNvPr id="686" name="Google Shape;686;p68"/>
          <p:cNvSpPr/>
          <p:nvPr/>
        </p:nvSpPr>
        <p:spPr>
          <a:xfrm>
            <a:off x="2005675" y="3830681"/>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1</a:t>
            </a:r>
            <a:endParaRPr b="1" sz="600">
              <a:solidFill>
                <a:schemeClr val="dk2"/>
              </a:solidFill>
              <a:latin typeface="Nunito Sans"/>
              <a:ea typeface="Nunito Sans"/>
              <a:cs typeface="Nunito Sans"/>
              <a:sym typeface="Nunito Sans"/>
            </a:endParaRPr>
          </a:p>
        </p:txBody>
      </p:sp>
      <p:sp>
        <p:nvSpPr>
          <p:cNvPr id="687" name="Google Shape;687;p68"/>
          <p:cNvSpPr/>
          <p:nvPr/>
        </p:nvSpPr>
        <p:spPr>
          <a:xfrm>
            <a:off x="322975" y="3812981"/>
            <a:ext cx="292500" cy="2925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688" name="Google Shape;688;p68"/>
          <p:cNvSpPr/>
          <p:nvPr/>
        </p:nvSpPr>
        <p:spPr>
          <a:xfrm>
            <a:off x="3576200" y="3830681"/>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2</a:t>
            </a:r>
            <a:endParaRPr b="1" sz="600">
              <a:solidFill>
                <a:schemeClr val="dk2"/>
              </a:solidFill>
              <a:latin typeface="Nunito Sans"/>
              <a:ea typeface="Nunito Sans"/>
              <a:cs typeface="Nunito Sans"/>
              <a:sym typeface="Nunito Sans"/>
            </a:endParaRPr>
          </a:p>
        </p:txBody>
      </p:sp>
      <p:sp>
        <p:nvSpPr>
          <p:cNvPr id="689" name="Google Shape;689;p68"/>
          <p:cNvSpPr/>
          <p:nvPr/>
        </p:nvSpPr>
        <p:spPr>
          <a:xfrm>
            <a:off x="5146725" y="3830681"/>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3</a:t>
            </a:r>
            <a:endParaRPr b="1" sz="600">
              <a:solidFill>
                <a:schemeClr val="dk2"/>
              </a:solidFill>
              <a:latin typeface="Nunito Sans"/>
              <a:ea typeface="Nunito Sans"/>
              <a:cs typeface="Nunito Sans"/>
              <a:sym typeface="Nunito Sans"/>
            </a:endParaRPr>
          </a:p>
        </p:txBody>
      </p:sp>
      <p:sp>
        <p:nvSpPr>
          <p:cNvPr id="690" name="Google Shape;690;p68"/>
          <p:cNvSpPr/>
          <p:nvPr/>
        </p:nvSpPr>
        <p:spPr>
          <a:xfrm>
            <a:off x="6717250" y="3830681"/>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4</a:t>
            </a:r>
            <a:endParaRPr b="1" sz="600">
              <a:solidFill>
                <a:schemeClr val="dk2"/>
              </a:solidFill>
              <a:latin typeface="Nunito Sans"/>
              <a:ea typeface="Nunito Sans"/>
              <a:cs typeface="Nunito Sans"/>
              <a:sym typeface="Nunito Sans"/>
            </a:endParaRPr>
          </a:p>
        </p:txBody>
      </p:sp>
      <p:sp>
        <p:nvSpPr>
          <p:cNvPr id="691" name="Google Shape;691;p68"/>
          <p:cNvSpPr txBox="1"/>
          <p:nvPr/>
        </p:nvSpPr>
        <p:spPr>
          <a:xfrm>
            <a:off x="771775" y="4315450"/>
            <a:ext cx="1141200" cy="3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Poppins"/>
                <a:ea typeface="Poppins"/>
                <a:cs typeface="Poppins"/>
                <a:sym typeface="Poppins"/>
              </a:rPr>
              <a:t>Platform name</a:t>
            </a:r>
            <a:endParaRPr b="1" sz="800">
              <a:solidFill>
                <a:schemeClr val="dk1"/>
              </a:solidFill>
              <a:latin typeface="Poppins"/>
              <a:ea typeface="Poppins"/>
              <a:cs typeface="Poppins"/>
              <a:sym typeface="Poppins"/>
            </a:endParaRPr>
          </a:p>
          <a:p>
            <a:pPr indent="0" lvl="0" marL="0" rtl="0" algn="l">
              <a:spcBef>
                <a:spcPts val="0"/>
              </a:spcBef>
              <a:spcAft>
                <a:spcPts val="0"/>
              </a:spcAft>
              <a:buNone/>
            </a:pPr>
            <a:r>
              <a:rPr lang="en" sz="800">
                <a:solidFill>
                  <a:schemeClr val="dk1"/>
                </a:solidFill>
                <a:latin typeface="Nunito Sans Medium"/>
                <a:ea typeface="Nunito Sans Medium"/>
                <a:cs typeface="Nunito Sans Medium"/>
                <a:sym typeface="Nunito Sans Medium"/>
              </a:rPr>
              <a:t>XXB</a:t>
            </a:r>
            <a:endParaRPr b="1" sz="800">
              <a:solidFill>
                <a:schemeClr val="dk1"/>
              </a:solidFill>
              <a:latin typeface="Nunito Sans Medium"/>
              <a:ea typeface="Nunito Sans Medium"/>
              <a:cs typeface="Nunito Sans Medium"/>
              <a:sym typeface="Nunito Sans Medium"/>
            </a:endParaRPr>
          </a:p>
        </p:txBody>
      </p:sp>
      <p:sp>
        <p:nvSpPr>
          <p:cNvPr id="692" name="Google Shape;692;p68"/>
          <p:cNvSpPr/>
          <p:nvPr/>
        </p:nvSpPr>
        <p:spPr>
          <a:xfrm>
            <a:off x="2005675" y="4364950"/>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1</a:t>
            </a:r>
            <a:endParaRPr b="1" sz="600">
              <a:solidFill>
                <a:schemeClr val="dk2"/>
              </a:solidFill>
              <a:latin typeface="Nunito Sans"/>
              <a:ea typeface="Nunito Sans"/>
              <a:cs typeface="Nunito Sans"/>
              <a:sym typeface="Nunito Sans"/>
            </a:endParaRPr>
          </a:p>
        </p:txBody>
      </p:sp>
      <p:sp>
        <p:nvSpPr>
          <p:cNvPr id="693" name="Google Shape;693;p68"/>
          <p:cNvSpPr/>
          <p:nvPr/>
        </p:nvSpPr>
        <p:spPr>
          <a:xfrm>
            <a:off x="322975" y="4347250"/>
            <a:ext cx="292500" cy="2925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694" name="Google Shape;694;p68"/>
          <p:cNvSpPr/>
          <p:nvPr/>
        </p:nvSpPr>
        <p:spPr>
          <a:xfrm>
            <a:off x="3576200" y="4364950"/>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2</a:t>
            </a:r>
            <a:endParaRPr b="1" sz="600">
              <a:solidFill>
                <a:schemeClr val="dk2"/>
              </a:solidFill>
              <a:latin typeface="Nunito Sans"/>
              <a:ea typeface="Nunito Sans"/>
              <a:cs typeface="Nunito Sans"/>
              <a:sym typeface="Nunito Sans"/>
            </a:endParaRPr>
          </a:p>
        </p:txBody>
      </p:sp>
      <p:sp>
        <p:nvSpPr>
          <p:cNvPr id="695" name="Google Shape;695;p68"/>
          <p:cNvSpPr/>
          <p:nvPr/>
        </p:nvSpPr>
        <p:spPr>
          <a:xfrm>
            <a:off x="5146725" y="4364950"/>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3</a:t>
            </a:r>
            <a:endParaRPr b="1" sz="600">
              <a:solidFill>
                <a:schemeClr val="dk2"/>
              </a:solidFill>
              <a:latin typeface="Nunito Sans"/>
              <a:ea typeface="Nunito Sans"/>
              <a:cs typeface="Nunito Sans"/>
              <a:sym typeface="Nunito Sans"/>
            </a:endParaRPr>
          </a:p>
        </p:txBody>
      </p:sp>
      <p:sp>
        <p:nvSpPr>
          <p:cNvPr id="696" name="Google Shape;696;p68"/>
          <p:cNvSpPr/>
          <p:nvPr/>
        </p:nvSpPr>
        <p:spPr>
          <a:xfrm>
            <a:off x="6717250" y="4364950"/>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4</a:t>
            </a:r>
            <a:endParaRPr b="1" sz="600">
              <a:solidFill>
                <a:schemeClr val="dk2"/>
              </a:solidFill>
              <a:latin typeface="Nunito Sans"/>
              <a:ea typeface="Nunito Sans"/>
              <a:cs typeface="Nunito Sans"/>
              <a:sym typeface="Nunito Sans"/>
            </a:endParaRPr>
          </a:p>
        </p:txBody>
      </p:sp>
      <p:sp>
        <p:nvSpPr>
          <p:cNvPr id="697" name="Google Shape;697;p68"/>
          <p:cNvSpPr/>
          <p:nvPr/>
        </p:nvSpPr>
        <p:spPr>
          <a:xfrm>
            <a:off x="322975" y="1675906"/>
            <a:ext cx="292500" cy="2925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698" name="Google Shape;698;p68"/>
          <p:cNvSpPr/>
          <p:nvPr/>
        </p:nvSpPr>
        <p:spPr>
          <a:xfrm>
            <a:off x="902464" y="748130"/>
            <a:ext cx="1182446" cy="37237"/>
          </a:xfrm>
          <a:custGeom>
            <a:rect b="b" l="l" r="r" t="t"/>
            <a:pathLst>
              <a:path extrusionOk="0" h="1814" w="57603">
                <a:moveTo>
                  <a:pt x="0" y="1814"/>
                </a:moveTo>
                <a:cubicBezTo>
                  <a:pt x="19211" y="1814"/>
                  <a:pt x="38392" y="0"/>
                  <a:pt x="57603" y="0"/>
                </a:cubicBezTo>
              </a:path>
            </a:pathLst>
          </a:custGeom>
          <a:noFill/>
          <a:ln cap="flat" cmpd="sng" w="19050">
            <a:solidFill>
              <a:schemeClr val="lt2"/>
            </a:solidFill>
            <a:prstDash val="solid"/>
            <a:round/>
            <a:headEnd len="med" w="med" type="none"/>
            <a:tailEnd len="med" w="med" type="none"/>
          </a:ln>
        </p:spPr>
      </p:sp>
      <p:sp>
        <p:nvSpPr>
          <p:cNvPr id="699" name="Google Shape;699;p68"/>
          <p:cNvSpPr/>
          <p:nvPr/>
        </p:nvSpPr>
        <p:spPr>
          <a:xfrm>
            <a:off x="1048989" y="785380"/>
            <a:ext cx="1182446" cy="37237"/>
          </a:xfrm>
          <a:custGeom>
            <a:rect b="b" l="l" r="r" t="t"/>
            <a:pathLst>
              <a:path extrusionOk="0" h="1814" w="57603">
                <a:moveTo>
                  <a:pt x="0" y="1814"/>
                </a:moveTo>
                <a:cubicBezTo>
                  <a:pt x="19211" y="1814"/>
                  <a:pt x="38392" y="0"/>
                  <a:pt x="57603" y="0"/>
                </a:cubicBezTo>
              </a:path>
            </a:pathLst>
          </a:custGeom>
          <a:noFill/>
          <a:ln cap="flat" cmpd="sng" w="19050">
            <a:solidFill>
              <a:schemeClr val="lt2"/>
            </a:solidFill>
            <a:prstDash val="solid"/>
            <a:round/>
            <a:headEnd len="med" w="med" type="none"/>
            <a:tailEnd len="med" w="med" type="none"/>
          </a:ln>
        </p:spPr>
      </p:sp>
      <p:sp>
        <p:nvSpPr>
          <p:cNvPr id="700" name="Google Shape;700;p68"/>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Top Secret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69"/>
          <p:cNvSpPr/>
          <p:nvPr/>
        </p:nvSpPr>
        <p:spPr>
          <a:xfrm>
            <a:off x="276250" y="1628975"/>
            <a:ext cx="2830800" cy="13209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dk1"/>
              </a:solidFill>
              <a:latin typeface="Nunito Sans"/>
              <a:ea typeface="Nunito Sans"/>
              <a:cs typeface="Nunito Sans"/>
              <a:sym typeface="Nunito Sans"/>
            </a:endParaRPr>
          </a:p>
        </p:txBody>
      </p:sp>
      <p:sp>
        <p:nvSpPr>
          <p:cNvPr id="706" name="Google Shape;706;p69"/>
          <p:cNvSpPr/>
          <p:nvPr/>
        </p:nvSpPr>
        <p:spPr>
          <a:xfrm>
            <a:off x="6189400" y="1628975"/>
            <a:ext cx="2830800" cy="13209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dk1"/>
              </a:solidFill>
              <a:latin typeface="Nunito Sans"/>
              <a:ea typeface="Nunito Sans"/>
              <a:cs typeface="Nunito Sans"/>
              <a:sym typeface="Nunito Sans"/>
            </a:endParaRPr>
          </a:p>
        </p:txBody>
      </p:sp>
      <p:sp>
        <p:nvSpPr>
          <p:cNvPr id="707" name="Google Shape;707;p69"/>
          <p:cNvSpPr/>
          <p:nvPr/>
        </p:nvSpPr>
        <p:spPr>
          <a:xfrm>
            <a:off x="3232900" y="1628975"/>
            <a:ext cx="2830800" cy="13209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dk1"/>
              </a:solidFill>
              <a:latin typeface="Nunito Sans"/>
              <a:ea typeface="Nunito Sans"/>
              <a:cs typeface="Nunito Sans"/>
              <a:sym typeface="Nunito Sans"/>
            </a:endParaRPr>
          </a:p>
        </p:txBody>
      </p:sp>
      <p:sp>
        <p:nvSpPr>
          <p:cNvPr id="708" name="Google Shape;708;p69"/>
          <p:cNvSpPr txBox="1"/>
          <p:nvPr>
            <p:ph idx="4" type="body"/>
          </p:nvPr>
        </p:nvSpPr>
        <p:spPr>
          <a:xfrm>
            <a:off x="276225" y="1946148"/>
            <a:ext cx="2834700" cy="722100"/>
          </a:xfrm>
          <a:prstGeom prst="rect">
            <a:avLst/>
          </a:prstGeom>
        </p:spPr>
        <p:txBody>
          <a:bodyPr anchorCtr="0" anchor="t" bIns="91425" lIns="274300" spcFirstLastPara="1" rIns="274300" wrap="square" tIns="91425">
            <a:noAutofit/>
          </a:bodyPr>
          <a:lstStyle/>
          <a:p>
            <a:pPr indent="0" lvl="0" marL="0" rtl="0" algn="l">
              <a:spcBef>
                <a:spcPts val="1200"/>
              </a:spcBef>
              <a:spcAft>
                <a:spcPts val="1200"/>
              </a:spcAft>
              <a:buNone/>
            </a:pPr>
            <a:r>
              <a:rPr lang="en" sz="1200"/>
              <a:t>Identity leakage through routine behaviors</a:t>
            </a:r>
            <a:endParaRPr sz="1200"/>
          </a:p>
        </p:txBody>
      </p:sp>
      <p:sp>
        <p:nvSpPr>
          <p:cNvPr id="709" name="Google Shape;709;p69"/>
          <p:cNvSpPr txBox="1"/>
          <p:nvPr>
            <p:ph idx="5" type="body"/>
          </p:nvPr>
        </p:nvSpPr>
        <p:spPr>
          <a:xfrm>
            <a:off x="3230838" y="1946148"/>
            <a:ext cx="2834700" cy="722100"/>
          </a:xfrm>
          <a:prstGeom prst="rect">
            <a:avLst/>
          </a:prstGeom>
        </p:spPr>
        <p:txBody>
          <a:bodyPr anchorCtr="0" anchor="t" bIns="91425" lIns="274300" spcFirstLastPara="1" rIns="274300" wrap="square" tIns="91425">
            <a:noAutofit/>
          </a:bodyPr>
          <a:lstStyle/>
          <a:p>
            <a:pPr indent="0" lvl="0" marL="0" rtl="0" algn="l">
              <a:spcBef>
                <a:spcPts val="1200"/>
              </a:spcBef>
              <a:spcAft>
                <a:spcPts val="0"/>
              </a:spcAft>
              <a:buNone/>
            </a:pPr>
            <a:r>
              <a:rPr lang="en" sz="1200"/>
              <a:t>Correlation across platforms and contexts</a:t>
            </a:r>
            <a:endParaRPr sz="1300">
              <a:solidFill>
                <a:srgbClr val="000000"/>
              </a:solidFill>
              <a:latin typeface="Arial"/>
              <a:ea typeface="Arial"/>
              <a:cs typeface="Arial"/>
              <a:sym typeface="Arial"/>
            </a:endParaRPr>
          </a:p>
          <a:p>
            <a:pPr indent="0" lvl="0" marL="0" rtl="0" algn="l">
              <a:spcBef>
                <a:spcPts val="1200"/>
              </a:spcBef>
              <a:spcAft>
                <a:spcPts val="0"/>
              </a:spcAft>
              <a:buNone/>
            </a:pPr>
            <a:r>
              <a:t/>
            </a:r>
            <a:endParaRPr sz="1200"/>
          </a:p>
        </p:txBody>
      </p:sp>
      <p:sp>
        <p:nvSpPr>
          <p:cNvPr id="710" name="Google Shape;710;p69"/>
          <p:cNvSpPr txBox="1"/>
          <p:nvPr>
            <p:ph idx="6" type="body"/>
          </p:nvPr>
        </p:nvSpPr>
        <p:spPr>
          <a:xfrm>
            <a:off x="6189413" y="1946148"/>
            <a:ext cx="2834700" cy="722100"/>
          </a:xfrm>
          <a:prstGeom prst="rect">
            <a:avLst/>
          </a:prstGeom>
        </p:spPr>
        <p:txBody>
          <a:bodyPr anchorCtr="0" anchor="t" bIns="91425" lIns="274300" spcFirstLastPara="1" rIns="274300" wrap="square" tIns="91425">
            <a:noAutofit/>
          </a:bodyPr>
          <a:lstStyle/>
          <a:p>
            <a:pPr indent="0" lvl="0" marL="0" rtl="0" algn="l">
              <a:spcBef>
                <a:spcPts val="1200"/>
              </a:spcBef>
              <a:spcAft>
                <a:spcPts val="0"/>
              </a:spcAft>
              <a:buNone/>
            </a:pPr>
            <a:r>
              <a:rPr lang="en" sz="1200"/>
              <a:t>Temporal patterns (time, frequency, rhythm)</a:t>
            </a:r>
            <a:endParaRPr sz="1300">
              <a:solidFill>
                <a:srgbClr val="000000"/>
              </a:solidFill>
              <a:latin typeface="Arial"/>
              <a:ea typeface="Arial"/>
              <a:cs typeface="Arial"/>
              <a:sym typeface="Arial"/>
            </a:endParaRPr>
          </a:p>
          <a:p>
            <a:pPr indent="0" lvl="0" marL="0" rtl="0" algn="l">
              <a:spcBef>
                <a:spcPts val="1200"/>
              </a:spcBef>
              <a:spcAft>
                <a:spcPts val="0"/>
              </a:spcAft>
              <a:buNone/>
            </a:pPr>
            <a:r>
              <a:t/>
            </a:r>
            <a:endParaRPr sz="1200"/>
          </a:p>
        </p:txBody>
      </p:sp>
      <p:sp>
        <p:nvSpPr>
          <p:cNvPr id="711" name="Google Shape;711;p69"/>
          <p:cNvSpPr txBox="1"/>
          <p:nvPr>
            <p:ph type="title"/>
          </p:nvPr>
        </p:nvSpPr>
        <p:spPr>
          <a:xfrm>
            <a:off x="1718400" y="392950"/>
            <a:ext cx="5707200" cy="1046700"/>
          </a:xfrm>
          <a:prstGeom prst="rect">
            <a:avLst/>
          </a:prstGeom>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a:t>Recurring OPSEC Failure Habit</a:t>
            </a:r>
            <a:endParaRPr/>
          </a:p>
          <a:p>
            <a:pPr indent="0" lvl="0" marL="0" marR="0" rtl="0" algn="l">
              <a:lnSpc>
                <a:spcPct val="100000"/>
              </a:lnSpc>
              <a:spcBef>
                <a:spcPts val="0"/>
              </a:spcBef>
              <a:spcAft>
                <a:spcPts val="0"/>
              </a:spcAft>
              <a:buNone/>
            </a:pPr>
            <a:r>
              <a:t/>
            </a:r>
            <a:endParaRPr/>
          </a:p>
        </p:txBody>
      </p:sp>
      <p:sp>
        <p:nvSpPr>
          <p:cNvPr id="712" name="Google Shape;712;p69"/>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713" name="Google Shape;713;p69"/>
          <p:cNvSpPr/>
          <p:nvPr/>
        </p:nvSpPr>
        <p:spPr>
          <a:xfrm>
            <a:off x="3230950" y="3259850"/>
            <a:ext cx="2830800" cy="13209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dk1"/>
              </a:solidFill>
              <a:latin typeface="Nunito Sans"/>
              <a:ea typeface="Nunito Sans"/>
              <a:cs typeface="Nunito Sans"/>
              <a:sym typeface="Nunito Sans"/>
            </a:endParaRPr>
          </a:p>
        </p:txBody>
      </p:sp>
      <p:sp>
        <p:nvSpPr>
          <p:cNvPr id="714" name="Google Shape;714;p69"/>
          <p:cNvSpPr txBox="1"/>
          <p:nvPr>
            <p:ph idx="6" type="body"/>
          </p:nvPr>
        </p:nvSpPr>
        <p:spPr>
          <a:xfrm>
            <a:off x="3230963" y="3577023"/>
            <a:ext cx="2834700" cy="722100"/>
          </a:xfrm>
          <a:prstGeom prst="rect">
            <a:avLst/>
          </a:prstGeom>
        </p:spPr>
        <p:txBody>
          <a:bodyPr anchorCtr="0" anchor="t" bIns="91425" lIns="274300" spcFirstLastPara="1" rIns="274300" wrap="square" tIns="91425">
            <a:noAutofit/>
          </a:bodyPr>
          <a:lstStyle/>
          <a:p>
            <a:pPr indent="0" lvl="0" marL="0" rtl="0" algn="l">
              <a:spcBef>
                <a:spcPts val="1200"/>
              </a:spcBef>
              <a:spcAft>
                <a:spcPts val="0"/>
              </a:spcAft>
              <a:buNone/>
            </a:pPr>
            <a:r>
              <a:rPr lang="en" sz="1200"/>
              <a:t>Convenience-driven shortcuts</a:t>
            </a:r>
            <a:endParaRPr sz="1300">
              <a:solidFill>
                <a:srgbClr val="000000"/>
              </a:solidFill>
              <a:latin typeface="Arial"/>
              <a:ea typeface="Arial"/>
              <a:cs typeface="Arial"/>
              <a:sym typeface="Arial"/>
            </a:endParaRPr>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718" name="Shape 718"/>
        <p:cNvGrpSpPr/>
        <p:nvPr/>
      </p:nvGrpSpPr>
      <p:grpSpPr>
        <a:xfrm>
          <a:off x="0" y="0"/>
          <a:ext cx="0" cy="0"/>
          <a:chOff x="0" y="0"/>
          <a:chExt cx="0" cy="0"/>
        </a:xfrm>
      </p:grpSpPr>
      <p:sp>
        <p:nvSpPr>
          <p:cNvPr id="719" name="Google Shape;719;p70"/>
          <p:cNvSpPr txBox="1"/>
          <p:nvPr>
            <p:ph type="title"/>
          </p:nvPr>
        </p:nvSpPr>
        <p:spPr>
          <a:xfrm>
            <a:off x="228600" y="198375"/>
            <a:ext cx="8750700" cy="3204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4100"/>
              <a:t>"Target Knew She Was Pregnant Before Her Father Did"</a:t>
            </a:r>
            <a:endParaRPr sz="4100"/>
          </a:p>
          <a:p>
            <a:pPr indent="0" lvl="0" marL="0" rtl="0" algn="l">
              <a:spcBef>
                <a:spcPts val="0"/>
              </a:spcBef>
              <a:spcAft>
                <a:spcPts val="0"/>
              </a:spcAft>
              <a:buNone/>
            </a:pPr>
            <a:r>
              <a:t/>
            </a:r>
            <a:endParaRPr sz="4100"/>
          </a:p>
          <a:p>
            <a:pPr indent="0" lvl="0" marL="0" marR="0" rtl="0" algn="l">
              <a:lnSpc>
                <a:spcPct val="90000"/>
              </a:lnSpc>
              <a:spcBef>
                <a:spcPts val="0"/>
              </a:spcBef>
              <a:spcAft>
                <a:spcPts val="0"/>
              </a:spcAft>
              <a:buNone/>
            </a:pPr>
            <a:r>
              <a:t/>
            </a:r>
            <a:endParaRPr sz="4100"/>
          </a:p>
          <a:p>
            <a:pPr indent="0" lvl="0" marL="0" marR="0" rtl="0" algn="l">
              <a:lnSpc>
                <a:spcPct val="90000"/>
              </a:lnSpc>
              <a:spcBef>
                <a:spcPts val="0"/>
              </a:spcBef>
              <a:spcAft>
                <a:spcPts val="0"/>
              </a:spcAft>
              <a:buNone/>
            </a:pPr>
            <a:r>
              <a:t/>
            </a:r>
            <a:endParaRPr/>
          </a:p>
        </p:txBody>
      </p:sp>
      <p:sp>
        <p:nvSpPr>
          <p:cNvPr id="720" name="Google Shape;720;p70"/>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721" name="Google Shape;721;p70"/>
          <p:cNvSpPr txBox="1"/>
          <p:nvPr/>
        </p:nvSpPr>
        <p:spPr>
          <a:xfrm>
            <a:off x="2908200" y="1612350"/>
            <a:ext cx="6007200" cy="32631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Char char="●"/>
            </a:pPr>
            <a:r>
              <a:rPr lang="en" sz="2000">
                <a:solidFill>
                  <a:schemeClr val="dk1"/>
                </a:solidFill>
              </a:rPr>
              <a:t>No hack. No breach. No exploit.</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Behavioral purchase signals correlated over time</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Predicted pregnancy and due date from routine shopping behavior</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The signal was always there. They just learned to read it.</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OPSEC failure: Behavioral consistency + persistent identifier (Guest ID)</a:t>
            </a:r>
            <a:endParaRPr sz="2000">
              <a:solidFill>
                <a:schemeClr val="dk1"/>
              </a:solidFill>
            </a:endParaRPr>
          </a:p>
          <a:p>
            <a:pPr indent="0" lvl="0" marL="0" rtl="0" algn="l">
              <a:spcBef>
                <a:spcPts val="0"/>
              </a:spcBef>
              <a:spcAft>
                <a:spcPts val="0"/>
              </a:spcAft>
              <a:buNone/>
            </a:pPr>
            <a:r>
              <a:t/>
            </a:r>
            <a:endParaRPr sz="2000">
              <a:solidFill>
                <a:schemeClr val="dk1"/>
              </a:solidFill>
            </a:endParaRPr>
          </a:p>
        </p:txBody>
      </p:sp>
      <p:pic>
        <p:nvPicPr>
          <p:cNvPr descr="File:Target (2018).svg - Wikimedia Commons" id="722" name="Google Shape;722;p70"/>
          <p:cNvPicPr preferRelativeResize="0"/>
          <p:nvPr/>
        </p:nvPicPr>
        <p:blipFill>
          <a:blip r:embed="rId3">
            <a:alphaModFix/>
          </a:blip>
          <a:stretch>
            <a:fillRect/>
          </a:stretch>
        </p:blipFill>
        <p:spPr>
          <a:xfrm>
            <a:off x="697119" y="1612353"/>
            <a:ext cx="730980" cy="1018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71"/>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728" name="Google Shape;728;p71"/>
          <p:cNvSpPr txBox="1"/>
          <p:nvPr>
            <p:ph type="title"/>
          </p:nvPr>
        </p:nvSpPr>
        <p:spPr>
          <a:xfrm>
            <a:off x="759250" y="0"/>
            <a:ext cx="7853700" cy="2339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"Facebook's Records Used to Prosecuted a Teenager for Abortion"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29" name="Google Shape;729;p71"/>
          <p:cNvSpPr txBox="1"/>
          <p:nvPr/>
        </p:nvSpPr>
        <p:spPr>
          <a:xfrm>
            <a:off x="265500" y="1801500"/>
            <a:ext cx="8613000" cy="25398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Char char="●"/>
            </a:pPr>
            <a:r>
              <a:rPr lang="en" sz="1700">
                <a:solidFill>
                  <a:schemeClr val="dk1"/>
                </a:solidFill>
              </a:rPr>
              <a:t>Nebraska law enforcement obtained a warrant for a 17-year-old’s Facebook DMs</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Private conversations with her mother about obtaining abortion medication became evidence</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The platform was private. The communication was encrypted in transit. None of that mattered.</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The data existed. The warrant reached it. Attribution required no technical skill.</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OPSEC failure: Trust in platform privacy without understanding third-party legal reach</a:t>
            </a:r>
            <a:endParaRPr sz="1700">
              <a:solidFill>
                <a:schemeClr val="dk1"/>
              </a:solidFill>
            </a:endParaRPr>
          </a:p>
          <a:p>
            <a:pPr indent="0" lvl="0" marL="0" rtl="0" algn="l">
              <a:spcBef>
                <a:spcPts val="0"/>
              </a:spcBef>
              <a:spcAft>
                <a:spcPts val="0"/>
              </a:spcAft>
              <a:buNone/>
            </a:pPr>
            <a:r>
              <a:t/>
            </a:r>
            <a:endParaRPr sz="1700">
              <a:solidFill>
                <a:schemeClr val="dk1"/>
              </a:solidFill>
            </a:endParaRPr>
          </a:p>
        </p:txBody>
      </p:sp>
      <p:pic>
        <p:nvPicPr>
          <p:cNvPr descr="File:2021 Facebook icon.svg - Wikimedia Commons" id="730" name="Google Shape;730;p71"/>
          <p:cNvPicPr preferRelativeResize="0"/>
          <p:nvPr/>
        </p:nvPicPr>
        <p:blipFill>
          <a:blip r:embed="rId3">
            <a:alphaModFix/>
          </a:blip>
          <a:stretch>
            <a:fillRect/>
          </a:stretch>
        </p:blipFill>
        <p:spPr>
          <a:xfrm>
            <a:off x="7289563" y="736913"/>
            <a:ext cx="1064576" cy="10645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72"/>
          <p:cNvSpPr txBox="1"/>
          <p:nvPr>
            <p:ph idx="4294967295" type="body"/>
          </p:nvPr>
        </p:nvSpPr>
        <p:spPr>
          <a:xfrm>
            <a:off x="181500" y="1489050"/>
            <a:ext cx="6703200" cy="2031900"/>
          </a:xfrm>
          <a:prstGeom prst="rect">
            <a:avLst/>
          </a:prstGeom>
        </p:spPr>
        <p:txBody>
          <a:bodyPr anchorCtr="0" anchor="t" bIns="91425" lIns="91425" spcFirstLastPara="1" rIns="91425" wrap="square" tIns="91425">
            <a:spAutoFit/>
          </a:bodyPr>
          <a:lstStyle/>
          <a:p>
            <a:pPr indent="-323850" lvl="0" marL="457200" rtl="0" algn="l">
              <a:lnSpc>
                <a:spcPct val="100000"/>
              </a:lnSpc>
              <a:spcBef>
                <a:spcPts val="0"/>
              </a:spcBef>
              <a:spcAft>
                <a:spcPts val="0"/>
              </a:spcAft>
              <a:buSzPts val="1500"/>
              <a:buChar char="●"/>
            </a:pPr>
            <a:r>
              <a:rPr lang="en" sz="1500"/>
              <a:t>Zachary McCoy biked his regular exercise route past a burglarized home. Three times.</a:t>
            </a:r>
            <a:endParaRPr sz="1500"/>
          </a:p>
          <a:p>
            <a:pPr indent="-323850" lvl="0" marL="457200" rtl="0" algn="l">
              <a:lnSpc>
                <a:spcPct val="100000"/>
              </a:lnSpc>
              <a:spcBef>
                <a:spcPts val="0"/>
              </a:spcBef>
              <a:spcAft>
                <a:spcPts val="0"/>
              </a:spcAft>
              <a:buSzPts val="1500"/>
              <a:buChar char="●"/>
            </a:pPr>
            <a:r>
              <a:rPr lang="en" sz="1500"/>
              <a:t>Police issued a geofence warrant. Google location history flagged him.</a:t>
            </a:r>
            <a:endParaRPr sz="1500"/>
          </a:p>
          <a:p>
            <a:pPr indent="-323850" lvl="0" marL="457200" rtl="0" algn="l">
              <a:lnSpc>
                <a:spcPct val="100000"/>
              </a:lnSpc>
              <a:spcBef>
                <a:spcPts val="0"/>
              </a:spcBef>
              <a:spcAft>
                <a:spcPts val="0"/>
              </a:spcAft>
              <a:buSzPts val="1500"/>
              <a:buChar char="●"/>
            </a:pPr>
            <a:r>
              <a:rPr lang="en" sz="1500"/>
              <a:t>His exposure was not a mistake. It was his routine.</a:t>
            </a:r>
            <a:endParaRPr sz="1500"/>
          </a:p>
          <a:p>
            <a:pPr indent="-323850" lvl="0" marL="457200" rtl="0" algn="l">
              <a:lnSpc>
                <a:spcPct val="100000"/>
              </a:lnSpc>
              <a:spcBef>
                <a:spcPts val="0"/>
              </a:spcBef>
              <a:spcAft>
                <a:spcPts val="0"/>
              </a:spcAft>
              <a:buSzPts val="1500"/>
              <a:buChar char="●"/>
            </a:pPr>
            <a:r>
              <a:rPr lang="en" sz="1500"/>
              <a:t>In 2025: Flock Safety ALPR networks now log vehicle movements across thousands of jurisdictions. Your commute. Stored. Searchable. Retroactive.</a:t>
            </a:r>
            <a:endParaRPr sz="1500"/>
          </a:p>
          <a:p>
            <a:pPr indent="-323850" lvl="0" marL="457200" rtl="0" algn="l">
              <a:lnSpc>
                <a:spcPct val="100000"/>
              </a:lnSpc>
              <a:spcBef>
                <a:spcPts val="0"/>
              </a:spcBef>
              <a:spcAft>
                <a:spcPts val="0"/>
              </a:spcAft>
              <a:buSzPts val="1500"/>
              <a:buChar char="●"/>
            </a:pPr>
            <a:r>
              <a:rPr lang="en" sz="1500"/>
              <a:t>OPSEC failure: Persistent location pattern + passive data collection</a:t>
            </a:r>
            <a:endParaRPr sz="1500"/>
          </a:p>
        </p:txBody>
      </p:sp>
      <p:sp>
        <p:nvSpPr>
          <p:cNvPr id="736" name="Google Shape;736;p72"/>
          <p:cNvSpPr txBox="1"/>
          <p:nvPr>
            <p:ph idx="4294967295" type="title"/>
          </p:nvPr>
        </p:nvSpPr>
        <p:spPr>
          <a:xfrm>
            <a:off x="228600" y="256925"/>
            <a:ext cx="8122500" cy="147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"Google's Data Made an Innocent Cyclist a Suspect"</a:t>
            </a:r>
            <a:endParaRPr/>
          </a:p>
          <a:p>
            <a:pPr indent="0" lvl="0" marL="0" rtl="0" algn="l">
              <a:spcBef>
                <a:spcPts val="0"/>
              </a:spcBef>
              <a:spcAft>
                <a:spcPts val="0"/>
              </a:spcAft>
              <a:buNone/>
            </a:pPr>
            <a:r>
              <a:t/>
            </a:r>
            <a:endParaRPr/>
          </a:p>
        </p:txBody>
      </p:sp>
      <p:sp>
        <p:nvSpPr>
          <p:cNvPr id="737" name="Google Shape;737;p72"/>
          <p:cNvSpPr/>
          <p:nvPr/>
        </p:nvSpPr>
        <p:spPr>
          <a:xfrm>
            <a:off x="1005614" y="1203917"/>
            <a:ext cx="1182446" cy="37237"/>
          </a:xfrm>
          <a:custGeom>
            <a:rect b="b" l="l" r="r" t="t"/>
            <a:pathLst>
              <a:path extrusionOk="0" h="1814" w="57603">
                <a:moveTo>
                  <a:pt x="0" y="1814"/>
                </a:moveTo>
                <a:cubicBezTo>
                  <a:pt x="19211" y="1814"/>
                  <a:pt x="38392" y="0"/>
                  <a:pt x="57603" y="0"/>
                </a:cubicBezTo>
              </a:path>
            </a:pathLst>
          </a:custGeom>
          <a:noFill/>
          <a:ln cap="flat" cmpd="sng" w="19050">
            <a:solidFill>
              <a:schemeClr val="lt2"/>
            </a:solidFill>
            <a:prstDash val="solid"/>
            <a:round/>
            <a:headEnd len="med" w="med" type="none"/>
            <a:tailEnd len="med" w="med" type="none"/>
          </a:ln>
        </p:spPr>
      </p:sp>
      <p:sp>
        <p:nvSpPr>
          <p:cNvPr id="738" name="Google Shape;738;p72"/>
          <p:cNvSpPr txBox="1"/>
          <p:nvPr>
            <p:ph idx="4294967295"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pic>
        <p:nvPicPr>
          <p:cNvPr descr="File:Google 2015 logo.svg - Wikimedia Commons" id="739" name="Google Shape;739;p72"/>
          <p:cNvPicPr preferRelativeResize="0"/>
          <p:nvPr/>
        </p:nvPicPr>
        <p:blipFill>
          <a:blip r:embed="rId3">
            <a:alphaModFix/>
          </a:blip>
          <a:stretch>
            <a:fillRect/>
          </a:stretch>
        </p:blipFill>
        <p:spPr>
          <a:xfrm>
            <a:off x="6708907" y="3520951"/>
            <a:ext cx="1762790" cy="595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73"/>
          <p:cNvSpPr txBox="1"/>
          <p:nvPr>
            <p:ph idx="12" type="sldNum"/>
          </p:nvPr>
        </p:nvSpPr>
        <p:spPr>
          <a:xfrm>
            <a:off x="6080700" y="3995650"/>
            <a:ext cx="2834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745" name="Google Shape;745;p73"/>
          <p:cNvSpPr txBox="1"/>
          <p:nvPr>
            <p:ph idx="1" type="body"/>
          </p:nvPr>
        </p:nvSpPr>
        <p:spPr>
          <a:xfrm>
            <a:off x="4618950" y="1646991"/>
            <a:ext cx="4296600" cy="3063300"/>
          </a:xfrm>
          <a:prstGeom prst="rect">
            <a:avLst/>
          </a:prstGeom>
        </p:spPr>
        <p:txBody>
          <a:bodyPr anchorCtr="0" anchor="b" bIns="91425" lIns="91425" spcFirstLastPara="1" rIns="91425" wrap="square" tIns="91425">
            <a:noAutofit/>
          </a:bodyPr>
          <a:lstStyle/>
          <a:p>
            <a:pPr indent="-304800" lvl="0" marL="457200" rtl="0" algn="l">
              <a:lnSpc>
                <a:spcPct val="100000"/>
              </a:lnSpc>
              <a:spcBef>
                <a:spcPts val="0"/>
              </a:spcBef>
              <a:spcAft>
                <a:spcPts val="0"/>
              </a:spcAft>
              <a:buSzPts val="1200"/>
              <a:buChar char="●"/>
            </a:pPr>
            <a:r>
              <a:rPr lang="en"/>
              <a:t>No system was “broken” in these cases</a:t>
            </a:r>
            <a:br>
              <a:rPr lang="en"/>
            </a:br>
            <a:endParaRPr/>
          </a:p>
          <a:p>
            <a:pPr indent="-304800" lvl="0" marL="457200" rtl="0" algn="l">
              <a:lnSpc>
                <a:spcPct val="100000"/>
              </a:lnSpc>
              <a:spcBef>
                <a:spcPts val="0"/>
              </a:spcBef>
              <a:spcAft>
                <a:spcPts val="0"/>
              </a:spcAft>
              <a:buSzPts val="1200"/>
              <a:buChar char="●"/>
            </a:pPr>
            <a:r>
              <a:rPr lang="en"/>
              <a:t>The signals already existed</a:t>
            </a:r>
            <a:br>
              <a:rPr lang="en"/>
            </a:br>
            <a:endParaRPr/>
          </a:p>
          <a:p>
            <a:pPr indent="-304800" lvl="0" marL="457200" rtl="0" algn="l">
              <a:lnSpc>
                <a:spcPct val="100000"/>
              </a:lnSpc>
              <a:spcBef>
                <a:spcPts val="0"/>
              </a:spcBef>
              <a:spcAft>
                <a:spcPts val="0"/>
              </a:spcAft>
              <a:buSzPts val="1200"/>
              <a:buChar char="●"/>
            </a:pPr>
            <a:r>
              <a:rPr lang="en"/>
              <a:t>Behavior revealed sensitive attributes</a:t>
            </a:r>
            <a:br>
              <a:rPr lang="en"/>
            </a:br>
            <a:endParaRPr/>
          </a:p>
          <a:p>
            <a:pPr indent="-304800" lvl="0" marL="457200" rtl="0" algn="l">
              <a:lnSpc>
                <a:spcPct val="100000"/>
              </a:lnSpc>
              <a:spcBef>
                <a:spcPts val="0"/>
              </a:spcBef>
              <a:spcAft>
                <a:spcPts val="0"/>
              </a:spcAft>
              <a:buSzPts val="1200"/>
              <a:buChar char="●"/>
            </a:pPr>
            <a:r>
              <a:rPr lang="en"/>
              <a:t>Location revealed presence</a:t>
            </a:r>
            <a:br>
              <a:rPr lang="en"/>
            </a:br>
            <a:endParaRPr/>
          </a:p>
          <a:p>
            <a:pPr indent="-304800" lvl="0" marL="457200" rtl="0" algn="l">
              <a:lnSpc>
                <a:spcPct val="100000"/>
              </a:lnSpc>
              <a:spcBef>
                <a:spcPts val="0"/>
              </a:spcBef>
              <a:spcAft>
                <a:spcPts val="0"/>
              </a:spcAft>
              <a:buSzPts val="1200"/>
              <a:buChar char="●"/>
            </a:pPr>
            <a:r>
              <a:rPr lang="en"/>
              <a:t>Institutional records preserved identity</a:t>
            </a:r>
            <a:br>
              <a:rPr lang="en"/>
            </a:br>
            <a:endParaRPr/>
          </a:p>
          <a:p>
            <a:pPr indent="-304800" lvl="0" marL="457200" rtl="0" algn="l">
              <a:lnSpc>
                <a:spcPct val="100000"/>
              </a:lnSpc>
              <a:spcBef>
                <a:spcPts val="0"/>
              </a:spcBef>
              <a:spcAft>
                <a:spcPts val="0"/>
              </a:spcAft>
              <a:buSzPts val="1200"/>
              <a:buChar char="●"/>
            </a:pPr>
            <a:r>
              <a:rPr lang="en"/>
              <a:t>Association revealed relationships</a:t>
            </a:r>
            <a:br>
              <a:rPr lang="en"/>
            </a:br>
            <a:endParaRPr/>
          </a:p>
          <a:p>
            <a:pPr indent="-304800" lvl="0" marL="457200" rtl="0" algn="l">
              <a:lnSpc>
                <a:spcPct val="100000"/>
              </a:lnSpc>
              <a:spcBef>
                <a:spcPts val="0"/>
              </a:spcBef>
              <a:spcAft>
                <a:spcPts val="0"/>
              </a:spcAft>
              <a:buSzPts val="1200"/>
              <a:buChar char="●"/>
            </a:pPr>
            <a:r>
              <a:rPr lang="en"/>
              <a:t>Attribution was not forced</a:t>
            </a:r>
            <a:br>
              <a:rPr lang="en"/>
            </a:br>
            <a:endParaRPr/>
          </a:p>
          <a:p>
            <a:pPr indent="-304800" lvl="0" marL="457200" rtl="0" algn="l">
              <a:lnSpc>
                <a:spcPct val="100000"/>
              </a:lnSpc>
              <a:spcBef>
                <a:spcPts val="0"/>
              </a:spcBef>
              <a:spcAft>
                <a:spcPts val="0"/>
              </a:spcAft>
              <a:buSzPts val="1200"/>
              <a:buChar char="●"/>
            </a:pPr>
            <a:r>
              <a:rPr lang="en"/>
              <a:t>It was assembled</a:t>
            </a:r>
            <a:endParaRPr/>
          </a:p>
          <a:p>
            <a:pPr indent="0" lvl="0" marL="457200" rtl="0" algn="l">
              <a:lnSpc>
                <a:spcPct val="100000"/>
              </a:lnSpc>
              <a:spcBef>
                <a:spcPts val="0"/>
              </a:spcBef>
              <a:spcAft>
                <a:spcPts val="0"/>
              </a:spcAft>
              <a:buNone/>
            </a:pPr>
            <a:r>
              <a:t/>
            </a:r>
            <a:endParaRPr/>
          </a:p>
        </p:txBody>
      </p:sp>
      <p:sp>
        <p:nvSpPr>
          <p:cNvPr id="746" name="Google Shape;746;p73"/>
          <p:cNvSpPr txBox="1"/>
          <p:nvPr>
            <p:ph type="title"/>
          </p:nvPr>
        </p:nvSpPr>
        <p:spPr>
          <a:xfrm>
            <a:off x="4618950" y="256925"/>
            <a:ext cx="4296600" cy="147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2"/>
                </a:solidFill>
              </a:rPr>
              <a:t>Attribution</a:t>
            </a:r>
            <a:r>
              <a:rPr lang="en"/>
              <a:t> Emerges From Correlation</a:t>
            </a:r>
            <a:endParaRPr/>
          </a:p>
          <a:p>
            <a:pPr indent="0" lvl="0" marL="0" rtl="0" algn="l">
              <a:spcBef>
                <a:spcPts val="0"/>
              </a:spcBef>
              <a:spcAft>
                <a:spcPts val="0"/>
              </a:spcAft>
              <a:buNone/>
            </a:pPr>
            <a:r>
              <a:t/>
            </a:r>
            <a:endParaRPr/>
          </a:p>
        </p:txBody>
      </p:sp>
      <p:pic>
        <p:nvPicPr>
          <p:cNvPr descr="Five people taking a celebratory selfie inside an office. &#10;" id="747" name="Google Shape;747;p73"/>
          <p:cNvPicPr preferRelativeResize="0"/>
          <p:nvPr>
            <p:ph idx="2" type="pic"/>
          </p:nvPr>
        </p:nvPicPr>
        <p:blipFill rotWithShape="1">
          <a:blip r:embed="rId3">
            <a:alphaModFix/>
          </a:blip>
          <a:srcRect b="0" l="20162" r="20168" t="0"/>
          <a:stretch/>
        </p:blipFill>
        <p:spPr>
          <a:xfrm>
            <a:off x="313800" y="460300"/>
            <a:ext cx="3702900" cy="4136100"/>
          </a:xfrm>
          <a:prstGeom prst="roundRect">
            <a:avLst>
              <a:gd fmla="val 16667" name="adj"/>
            </a:avLst>
          </a:prstGeom>
        </p:spPr>
      </p:pic>
      <p:sp>
        <p:nvSpPr>
          <p:cNvPr id="748" name="Google Shape;748;p73"/>
          <p:cNvSpPr/>
          <p:nvPr/>
        </p:nvSpPr>
        <p:spPr>
          <a:xfrm>
            <a:off x="5665683" y="616427"/>
            <a:ext cx="2508172" cy="743929"/>
          </a:xfrm>
          <a:custGeom>
            <a:rect b="b" l="l" r="r" t="t"/>
            <a:pathLst>
              <a:path extrusionOk="0" fill="none" h="10421" w="25291">
                <a:moveTo>
                  <a:pt x="13429" y="1"/>
                </a:moveTo>
                <a:cubicBezTo>
                  <a:pt x="12495" y="81"/>
                  <a:pt x="12323" y="69"/>
                  <a:pt x="11206" y="340"/>
                </a:cubicBezTo>
                <a:cubicBezTo>
                  <a:pt x="8387" y="1019"/>
                  <a:pt x="5615" y="1953"/>
                  <a:pt x="3109" y="3437"/>
                </a:cubicBezTo>
                <a:cubicBezTo>
                  <a:pt x="2087" y="4043"/>
                  <a:pt x="1068" y="4730"/>
                  <a:pt x="450" y="5779"/>
                </a:cubicBezTo>
                <a:cubicBezTo>
                  <a:pt x="0" y="6545"/>
                  <a:pt x="267" y="7335"/>
                  <a:pt x="840" y="7945"/>
                </a:cubicBezTo>
                <a:cubicBezTo>
                  <a:pt x="1240" y="8380"/>
                  <a:pt x="1953" y="8803"/>
                  <a:pt x="2476" y="9032"/>
                </a:cubicBezTo>
                <a:cubicBezTo>
                  <a:pt x="3788" y="9612"/>
                  <a:pt x="5245" y="9886"/>
                  <a:pt x="6663" y="10039"/>
                </a:cubicBezTo>
                <a:cubicBezTo>
                  <a:pt x="10161" y="10420"/>
                  <a:pt x="13841" y="10329"/>
                  <a:pt x="17300" y="9654"/>
                </a:cubicBezTo>
                <a:cubicBezTo>
                  <a:pt x="19589" y="9207"/>
                  <a:pt x="22091" y="8479"/>
                  <a:pt x="23887" y="6919"/>
                </a:cubicBezTo>
                <a:cubicBezTo>
                  <a:pt x="24391" y="6480"/>
                  <a:pt x="24802" y="6057"/>
                  <a:pt x="25005" y="5405"/>
                </a:cubicBezTo>
                <a:cubicBezTo>
                  <a:pt x="25291" y="4463"/>
                  <a:pt x="24860" y="3509"/>
                  <a:pt x="24150" y="2876"/>
                </a:cubicBezTo>
                <a:cubicBezTo>
                  <a:pt x="23582" y="2369"/>
                  <a:pt x="22693" y="2007"/>
                  <a:pt x="21980" y="1801"/>
                </a:cubicBezTo>
                <a:cubicBezTo>
                  <a:pt x="20424" y="1362"/>
                  <a:pt x="18746" y="1240"/>
                  <a:pt x="17140" y="1187"/>
                </a:cubicBezTo>
                <a:cubicBezTo>
                  <a:pt x="15817" y="1145"/>
                  <a:pt x="14795" y="1164"/>
                  <a:pt x="13475" y="1259"/>
                </a:cubicBezTo>
                <a:cubicBezTo>
                  <a:pt x="11709" y="1385"/>
                  <a:pt x="10023" y="1740"/>
                  <a:pt x="8280" y="2003"/>
                </a:cubicBezTo>
              </a:path>
            </a:pathLst>
          </a:custGeom>
          <a:noFill/>
          <a:ln cap="rnd" cmpd="sng" w="19050">
            <a:solidFill>
              <a:schemeClr val="lt2"/>
            </a:solidFill>
            <a:prstDash val="solid"/>
            <a:miter lim="381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749" name="Google Shape;749;p73"/>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74"/>
          <p:cNvSpPr txBox="1"/>
          <p:nvPr>
            <p:ph idx="1" type="body"/>
          </p:nvPr>
        </p:nvSpPr>
        <p:spPr>
          <a:xfrm>
            <a:off x="228600" y="1771430"/>
            <a:ext cx="4296600" cy="3063300"/>
          </a:xfrm>
          <a:prstGeom prst="rect">
            <a:avLst/>
          </a:prstGeom>
        </p:spPr>
        <p:txBody>
          <a:bodyPr anchorCtr="0" anchor="b" bIns="91425" lIns="91425" spcFirstLastPara="1" rIns="91425" wrap="square" tIns="91425">
            <a:noAutofit/>
          </a:bodyPr>
          <a:lstStyle/>
          <a:p>
            <a:pPr indent="-304800" lvl="0" marL="457200" rtl="0" algn="l">
              <a:lnSpc>
                <a:spcPct val="100000"/>
              </a:lnSpc>
              <a:spcBef>
                <a:spcPts val="0"/>
              </a:spcBef>
              <a:spcAft>
                <a:spcPts val="0"/>
              </a:spcAft>
              <a:buSzPts val="1200"/>
              <a:buChar char="●"/>
            </a:pPr>
            <a:r>
              <a:rPr lang="en"/>
              <a:t>Tools do not create identity</a:t>
            </a:r>
            <a:br>
              <a:rPr lang="en"/>
            </a:br>
            <a:endParaRPr/>
          </a:p>
          <a:p>
            <a:pPr indent="-304800" lvl="0" marL="457200" rtl="0" algn="l">
              <a:lnSpc>
                <a:spcPct val="100000"/>
              </a:lnSpc>
              <a:spcBef>
                <a:spcPts val="0"/>
              </a:spcBef>
              <a:spcAft>
                <a:spcPts val="0"/>
              </a:spcAft>
              <a:buSzPts val="1200"/>
              <a:buChar char="●"/>
            </a:pPr>
            <a:r>
              <a:rPr lang="en"/>
              <a:t>Habit creates identity</a:t>
            </a:r>
            <a:br>
              <a:rPr lang="en"/>
            </a:br>
            <a:endParaRPr/>
          </a:p>
          <a:p>
            <a:pPr indent="-304800" lvl="0" marL="457200" rtl="0" algn="l">
              <a:lnSpc>
                <a:spcPct val="100000"/>
              </a:lnSpc>
              <a:spcBef>
                <a:spcPts val="0"/>
              </a:spcBef>
              <a:spcAft>
                <a:spcPts val="0"/>
              </a:spcAft>
              <a:buSzPts val="1200"/>
              <a:buChar char="●"/>
            </a:pPr>
            <a:r>
              <a:rPr lang="en"/>
              <a:t>Reuse creates linkage</a:t>
            </a:r>
            <a:br>
              <a:rPr lang="en"/>
            </a:br>
            <a:endParaRPr/>
          </a:p>
          <a:p>
            <a:pPr indent="-304800" lvl="0" marL="457200" rtl="0" algn="l">
              <a:lnSpc>
                <a:spcPct val="100000"/>
              </a:lnSpc>
              <a:spcBef>
                <a:spcPts val="0"/>
              </a:spcBef>
              <a:spcAft>
                <a:spcPts val="0"/>
              </a:spcAft>
              <a:buSzPts val="1200"/>
              <a:buChar char="●"/>
            </a:pPr>
            <a:r>
              <a:rPr lang="en"/>
              <a:t>Consistency creates recognition</a:t>
            </a:r>
            <a:br>
              <a:rPr lang="en"/>
            </a:br>
            <a:endParaRPr/>
          </a:p>
          <a:p>
            <a:pPr indent="-304800" lvl="0" marL="457200" rtl="0" algn="l">
              <a:lnSpc>
                <a:spcPct val="100000"/>
              </a:lnSpc>
              <a:spcBef>
                <a:spcPts val="0"/>
              </a:spcBef>
              <a:spcAft>
                <a:spcPts val="0"/>
              </a:spcAft>
              <a:buSzPts val="1200"/>
              <a:buChar char="●"/>
            </a:pPr>
            <a:r>
              <a:rPr lang="en"/>
              <a:t>Convenience creates exposure</a:t>
            </a:r>
            <a:br>
              <a:rPr lang="en"/>
            </a:br>
            <a:endParaRPr/>
          </a:p>
          <a:p>
            <a:pPr indent="-304800" lvl="0" marL="457200" rtl="0" algn="l">
              <a:lnSpc>
                <a:spcPct val="100000"/>
              </a:lnSpc>
              <a:spcBef>
                <a:spcPts val="0"/>
              </a:spcBef>
              <a:spcAft>
                <a:spcPts val="0"/>
              </a:spcAft>
              <a:buSzPts val="1200"/>
              <a:buChar char="●"/>
            </a:pPr>
            <a:r>
              <a:rPr lang="en"/>
              <a:t>Routine creates predictability</a:t>
            </a:r>
            <a:br>
              <a:rPr lang="en"/>
            </a:br>
            <a:endParaRPr/>
          </a:p>
          <a:p>
            <a:pPr indent="-304800" lvl="0" marL="457200" rtl="0" algn="l">
              <a:lnSpc>
                <a:spcPct val="100000"/>
              </a:lnSpc>
              <a:spcBef>
                <a:spcPts val="0"/>
              </a:spcBef>
              <a:spcAft>
                <a:spcPts val="0"/>
              </a:spcAft>
              <a:buSzPts val="1200"/>
              <a:buChar char="●"/>
            </a:pPr>
            <a:r>
              <a:rPr lang="en"/>
              <a:t>Attribution succeeds when behavior is stable</a:t>
            </a:r>
            <a:br>
              <a:rPr lang="en"/>
            </a:br>
            <a:endParaRPr/>
          </a:p>
          <a:p>
            <a:pPr indent="-304800" lvl="0" marL="457200" rtl="0" algn="l">
              <a:lnSpc>
                <a:spcPct val="100000"/>
              </a:lnSpc>
              <a:spcBef>
                <a:spcPts val="0"/>
              </a:spcBef>
              <a:spcAft>
                <a:spcPts val="0"/>
              </a:spcAft>
              <a:buSzPts val="1200"/>
              <a:buChar char="●"/>
            </a:pPr>
            <a:r>
              <a:rPr lang="en"/>
              <a:t>Not when technology is weak</a:t>
            </a:r>
            <a:endParaRPr/>
          </a:p>
          <a:p>
            <a:pPr indent="0" lvl="0" marL="0" rtl="0" algn="l">
              <a:lnSpc>
                <a:spcPct val="100000"/>
              </a:lnSpc>
              <a:spcBef>
                <a:spcPts val="0"/>
              </a:spcBef>
              <a:spcAft>
                <a:spcPts val="0"/>
              </a:spcAft>
              <a:buNone/>
            </a:pPr>
            <a:r>
              <a:t/>
            </a:r>
            <a:endParaRPr/>
          </a:p>
        </p:txBody>
      </p:sp>
      <p:pic>
        <p:nvPicPr>
          <p:cNvPr descr="A woman shows diagrams and written notes to a colleague. " id="755" name="Google Shape;755;p74"/>
          <p:cNvPicPr preferRelativeResize="0"/>
          <p:nvPr>
            <p:ph idx="2" type="pic"/>
          </p:nvPr>
        </p:nvPicPr>
        <p:blipFill rotWithShape="1">
          <a:blip r:embed="rId3">
            <a:alphaModFix/>
          </a:blip>
          <a:srcRect b="4471" l="23833" r="21840" t="4480"/>
          <a:stretch/>
        </p:blipFill>
        <p:spPr>
          <a:xfrm>
            <a:off x="5212300" y="460300"/>
            <a:ext cx="3702900" cy="4136100"/>
          </a:xfrm>
          <a:prstGeom prst="roundRect">
            <a:avLst>
              <a:gd fmla="val 16667" name="adj"/>
            </a:avLst>
          </a:prstGeom>
        </p:spPr>
      </p:pic>
      <p:sp>
        <p:nvSpPr>
          <p:cNvPr id="756" name="Google Shape;756;p74"/>
          <p:cNvSpPr txBox="1"/>
          <p:nvPr>
            <p:ph type="title"/>
          </p:nvPr>
        </p:nvSpPr>
        <p:spPr>
          <a:xfrm>
            <a:off x="228600" y="256925"/>
            <a:ext cx="4296600" cy="1477500"/>
          </a:xfrm>
          <a:prstGeom prst="rect">
            <a:avLst/>
          </a:prstGeom>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a:solidFill>
                  <a:schemeClr val="lt2"/>
                </a:solidFill>
              </a:rPr>
              <a:t>Attribution Exploits</a:t>
            </a:r>
            <a:r>
              <a:rPr lang="en"/>
              <a:t> Habit, Not Technology</a:t>
            </a:r>
            <a:endParaRPr/>
          </a:p>
          <a:p>
            <a:pPr indent="0" lvl="0" marL="0" marR="0" rtl="0" algn="l">
              <a:lnSpc>
                <a:spcPct val="100000"/>
              </a:lnSpc>
              <a:spcBef>
                <a:spcPts val="0"/>
              </a:spcBef>
              <a:spcAft>
                <a:spcPts val="0"/>
              </a:spcAft>
              <a:buNone/>
            </a:pPr>
            <a:r>
              <a:t/>
            </a:r>
            <a:endParaRPr/>
          </a:p>
        </p:txBody>
      </p:sp>
      <p:grpSp>
        <p:nvGrpSpPr>
          <p:cNvPr id="757" name="Google Shape;757;p74"/>
          <p:cNvGrpSpPr/>
          <p:nvPr/>
        </p:nvGrpSpPr>
        <p:grpSpPr>
          <a:xfrm>
            <a:off x="308528" y="1555007"/>
            <a:ext cx="1986589" cy="270489"/>
            <a:chOff x="308528" y="1555007"/>
            <a:chExt cx="1986589" cy="270489"/>
          </a:xfrm>
        </p:grpSpPr>
        <p:sp>
          <p:nvSpPr>
            <p:cNvPr id="758" name="Google Shape;758;p74"/>
            <p:cNvSpPr/>
            <p:nvPr/>
          </p:nvSpPr>
          <p:spPr>
            <a:xfrm rot="231862">
              <a:off x="310484" y="1675966"/>
              <a:ext cx="1353607" cy="104034"/>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759" name="Google Shape;759;p74"/>
            <p:cNvSpPr/>
            <p:nvPr/>
          </p:nvSpPr>
          <p:spPr>
            <a:xfrm rot="231569">
              <a:off x="313022" y="1621554"/>
              <a:ext cx="1980846" cy="104060"/>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760" name="Google Shape;760;p74"/>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75"/>
          <p:cNvSpPr/>
          <p:nvPr/>
        </p:nvSpPr>
        <p:spPr>
          <a:xfrm>
            <a:off x="7054201" y="2117388"/>
            <a:ext cx="1711800" cy="909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766" name="Google Shape;766;p75"/>
          <p:cNvSpPr txBox="1"/>
          <p:nvPr>
            <p:ph idx="5" type="subTitle"/>
          </p:nvPr>
        </p:nvSpPr>
        <p:spPr>
          <a:xfrm>
            <a:off x="7255651" y="2328178"/>
            <a:ext cx="1312500" cy="615600"/>
          </a:xfrm>
          <a:prstGeom prst="rect">
            <a:avLst/>
          </a:prstGeom>
        </p:spPr>
        <p:txBody>
          <a:bodyPr anchorCtr="0" anchor="ctr" bIns="0" lIns="182875" spcFirstLastPara="1" rIns="182875" wrap="square" tIns="0">
            <a:noAutofit/>
          </a:bodyPr>
          <a:lstStyle/>
          <a:p>
            <a:pPr indent="0" lvl="0" marL="0" rtl="0" algn="l">
              <a:lnSpc>
                <a:spcPct val="115000"/>
              </a:lnSpc>
              <a:spcBef>
                <a:spcPts val="1200"/>
              </a:spcBef>
              <a:spcAft>
                <a:spcPts val="0"/>
              </a:spcAft>
              <a:buNone/>
            </a:pPr>
            <a:r>
              <a:rPr b="1" lang="en" sz="1100">
                <a:solidFill>
                  <a:srgbClr val="000000"/>
                </a:solidFill>
                <a:latin typeface="Arial"/>
                <a:ea typeface="Arial"/>
                <a:cs typeface="Arial"/>
                <a:sym typeface="Arial"/>
              </a:rPr>
              <a:t>Detect attribution attempts early</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767" name="Google Shape;767;p75"/>
          <p:cNvSpPr txBox="1"/>
          <p:nvPr>
            <p:ph type="title"/>
          </p:nvPr>
        </p:nvSpPr>
        <p:spPr>
          <a:xfrm>
            <a:off x="228600" y="256925"/>
            <a:ext cx="8686800" cy="1111200"/>
          </a:xfrm>
          <a:prstGeom prst="rect">
            <a:avLst/>
          </a:prstGeom>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lang="en"/>
              <a:t>Defensive Countermeasures: Build OPSEC-Resilient Organizations</a:t>
            </a:r>
            <a:endParaRPr/>
          </a:p>
        </p:txBody>
      </p:sp>
      <p:sp>
        <p:nvSpPr>
          <p:cNvPr id="768" name="Google Shape;768;p75"/>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769" name="Google Shape;769;p75"/>
          <p:cNvSpPr/>
          <p:nvPr/>
        </p:nvSpPr>
        <p:spPr>
          <a:xfrm>
            <a:off x="228600" y="1410647"/>
            <a:ext cx="1711800" cy="909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770" name="Google Shape;770;p75"/>
          <p:cNvSpPr txBox="1"/>
          <p:nvPr>
            <p:ph idx="5" type="subTitle"/>
          </p:nvPr>
        </p:nvSpPr>
        <p:spPr>
          <a:xfrm>
            <a:off x="430050" y="1621438"/>
            <a:ext cx="1312500" cy="615600"/>
          </a:xfrm>
          <a:prstGeom prst="rect">
            <a:avLst/>
          </a:prstGeom>
        </p:spPr>
        <p:txBody>
          <a:bodyPr anchorCtr="0" anchor="ctr" bIns="0" lIns="182875" spcFirstLastPara="1" rIns="182875" wrap="square" tIns="0">
            <a:noAutofit/>
          </a:bodyPr>
          <a:lstStyle/>
          <a:p>
            <a:pPr indent="0" lvl="0" marL="0" rtl="0" algn="l">
              <a:lnSpc>
                <a:spcPct val="115000"/>
              </a:lnSpc>
              <a:spcBef>
                <a:spcPts val="1200"/>
              </a:spcBef>
              <a:spcAft>
                <a:spcPts val="0"/>
              </a:spcAft>
              <a:buNone/>
            </a:pPr>
            <a:r>
              <a:rPr b="1" lang="en" sz="1100">
                <a:solidFill>
                  <a:srgbClr val="000000"/>
                </a:solidFill>
                <a:latin typeface="Arial"/>
                <a:ea typeface="Arial"/>
                <a:cs typeface="Arial"/>
                <a:sym typeface="Arial"/>
              </a:rPr>
              <a:t>Assume identity leakage will happen</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771" name="Google Shape;771;p75"/>
          <p:cNvSpPr/>
          <p:nvPr/>
        </p:nvSpPr>
        <p:spPr>
          <a:xfrm>
            <a:off x="1920113" y="1646227"/>
            <a:ext cx="1711800" cy="909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772" name="Google Shape;772;p75"/>
          <p:cNvSpPr txBox="1"/>
          <p:nvPr>
            <p:ph idx="5" type="subTitle"/>
          </p:nvPr>
        </p:nvSpPr>
        <p:spPr>
          <a:xfrm>
            <a:off x="1940400" y="1857027"/>
            <a:ext cx="1672200" cy="615600"/>
          </a:xfrm>
          <a:prstGeom prst="rect">
            <a:avLst/>
          </a:prstGeom>
        </p:spPr>
        <p:txBody>
          <a:bodyPr anchorCtr="0" anchor="ctr" bIns="0" lIns="182875" spcFirstLastPara="1" rIns="182875" wrap="square" tIns="0">
            <a:noAutofit/>
          </a:bodyPr>
          <a:lstStyle/>
          <a:p>
            <a:pPr indent="0" lvl="0" marL="0" rtl="0" algn="l">
              <a:lnSpc>
                <a:spcPct val="115000"/>
              </a:lnSpc>
              <a:spcBef>
                <a:spcPts val="1200"/>
              </a:spcBef>
              <a:spcAft>
                <a:spcPts val="0"/>
              </a:spcAft>
              <a:buNone/>
            </a:pPr>
            <a:r>
              <a:rPr b="1" lang="en" sz="1100">
                <a:solidFill>
                  <a:srgbClr val="000000"/>
                </a:solidFill>
                <a:latin typeface="Arial"/>
                <a:ea typeface="Arial"/>
                <a:cs typeface="Arial"/>
                <a:sym typeface="Arial"/>
              </a:rPr>
              <a:t>Reduce identity-to-access coupling</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773" name="Google Shape;773;p75"/>
          <p:cNvSpPr/>
          <p:nvPr/>
        </p:nvSpPr>
        <p:spPr>
          <a:xfrm>
            <a:off x="3638713" y="1829456"/>
            <a:ext cx="1711800" cy="909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774" name="Google Shape;774;p75"/>
          <p:cNvSpPr txBox="1"/>
          <p:nvPr>
            <p:ph idx="5" type="subTitle"/>
          </p:nvPr>
        </p:nvSpPr>
        <p:spPr>
          <a:xfrm>
            <a:off x="3840163" y="2040247"/>
            <a:ext cx="1312500" cy="615600"/>
          </a:xfrm>
          <a:prstGeom prst="rect">
            <a:avLst/>
          </a:prstGeom>
        </p:spPr>
        <p:txBody>
          <a:bodyPr anchorCtr="0" anchor="ctr" bIns="0" lIns="182875" spcFirstLastPara="1" rIns="182875" wrap="square" tIns="0">
            <a:noAutofit/>
          </a:bodyPr>
          <a:lstStyle/>
          <a:p>
            <a:pPr indent="0" lvl="0" marL="0" rtl="0" algn="l">
              <a:lnSpc>
                <a:spcPct val="115000"/>
              </a:lnSpc>
              <a:spcBef>
                <a:spcPts val="1200"/>
              </a:spcBef>
              <a:spcAft>
                <a:spcPts val="0"/>
              </a:spcAft>
              <a:buNone/>
            </a:pPr>
            <a:r>
              <a:rPr b="1" lang="en" sz="1100">
                <a:solidFill>
                  <a:srgbClr val="000000"/>
                </a:solidFill>
                <a:latin typeface="Arial"/>
                <a:ea typeface="Arial"/>
                <a:cs typeface="Arial"/>
                <a:sym typeface="Arial"/>
              </a:rPr>
              <a:t>Control metadata and side-channels</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775" name="Google Shape;775;p75"/>
          <p:cNvSpPr/>
          <p:nvPr/>
        </p:nvSpPr>
        <p:spPr>
          <a:xfrm>
            <a:off x="5344651" y="1960334"/>
            <a:ext cx="1711800" cy="909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776" name="Google Shape;776;p75"/>
          <p:cNvSpPr txBox="1"/>
          <p:nvPr>
            <p:ph idx="5" type="subTitle"/>
          </p:nvPr>
        </p:nvSpPr>
        <p:spPr>
          <a:xfrm>
            <a:off x="5546101" y="2171125"/>
            <a:ext cx="1312500" cy="615600"/>
          </a:xfrm>
          <a:prstGeom prst="rect">
            <a:avLst/>
          </a:prstGeom>
        </p:spPr>
        <p:txBody>
          <a:bodyPr anchorCtr="0" anchor="ctr" bIns="0" lIns="182875" spcFirstLastPara="1" rIns="182875" wrap="square" tIns="0">
            <a:noAutofit/>
          </a:bodyPr>
          <a:lstStyle/>
          <a:p>
            <a:pPr indent="0" lvl="0" marL="0" rtl="0" algn="l">
              <a:lnSpc>
                <a:spcPct val="115000"/>
              </a:lnSpc>
              <a:spcBef>
                <a:spcPts val="1200"/>
              </a:spcBef>
              <a:spcAft>
                <a:spcPts val="0"/>
              </a:spcAft>
              <a:buNone/>
            </a:pPr>
            <a:r>
              <a:rPr b="1" lang="en" sz="1100">
                <a:solidFill>
                  <a:srgbClr val="000000"/>
                </a:solidFill>
                <a:latin typeface="Arial"/>
                <a:ea typeface="Arial"/>
                <a:cs typeface="Arial"/>
                <a:sym typeface="Arial"/>
              </a:rPr>
              <a:t>Harden process, not just technology</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76"/>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Adversary Is Patient</a:t>
            </a:r>
            <a:endParaRPr/>
          </a:p>
        </p:txBody>
      </p:sp>
      <p:sp>
        <p:nvSpPr>
          <p:cNvPr id="782" name="Google Shape;782;p76"/>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783" name="Google Shape;783;p76"/>
          <p:cNvSpPr/>
          <p:nvPr/>
        </p:nvSpPr>
        <p:spPr>
          <a:xfrm>
            <a:off x="7001850" y="2104300"/>
            <a:ext cx="1711800" cy="909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solidFill>
                <a:schemeClr val="dk2"/>
              </a:solidFill>
              <a:latin typeface="Poppins SemiBold"/>
              <a:ea typeface="Poppins SemiBold"/>
              <a:cs typeface="Poppins SemiBold"/>
              <a:sym typeface="Poppins SemiBold"/>
            </a:endParaRPr>
          </a:p>
        </p:txBody>
      </p:sp>
      <p:sp>
        <p:nvSpPr>
          <p:cNvPr id="784" name="Google Shape;784;p76"/>
          <p:cNvSpPr txBox="1"/>
          <p:nvPr>
            <p:ph idx="5" type="subTitle"/>
          </p:nvPr>
        </p:nvSpPr>
        <p:spPr>
          <a:xfrm>
            <a:off x="7203300" y="2315090"/>
            <a:ext cx="1312500" cy="615600"/>
          </a:xfrm>
          <a:prstGeom prst="rect">
            <a:avLst/>
          </a:prstGeom>
        </p:spPr>
        <p:txBody>
          <a:bodyPr anchorCtr="0" anchor="ctr" bIns="0" lIns="182875" spcFirstLastPara="1" rIns="182875" wrap="square" tIns="0">
            <a:noAutofit/>
          </a:bodyPr>
          <a:lstStyle/>
          <a:p>
            <a:pPr indent="0" lvl="0" marL="0" rtl="0" algn="l">
              <a:lnSpc>
                <a:spcPct val="115000"/>
              </a:lnSpc>
              <a:spcBef>
                <a:spcPts val="1200"/>
              </a:spcBef>
              <a:spcAft>
                <a:spcPts val="0"/>
              </a:spcAft>
              <a:buNone/>
            </a:pPr>
            <a:r>
              <a:rPr b="1" lang="en">
                <a:solidFill>
                  <a:srgbClr val="000000"/>
                </a:solidFill>
                <a:latin typeface="Arial"/>
                <a:ea typeface="Arial"/>
                <a:cs typeface="Arial"/>
                <a:sym typeface="Arial"/>
              </a:rPr>
              <a:t>Attribution is built, not discovered</a:t>
            </a:r>
            <a:endParaRPr b="1">
              <a:solidFill>
                <a:srgbClr val="000000"/>
              </a:solidFill>
              <a:latin typeface="Arial"/>
              <a:ea typeface="Arial"/>
              <a:cs typeface="Arial"/>
              <a:sym typeface="Arial"/>
            </a:endParaRPr>
          </a:p>
          <a:p>
            <a:pPr indent="0" lvl="0" marL="0" rtl="0" algn="l">
              <a:spcBef>
                <a:spcPts val="1200"/>
              </a:spcBef>
              <a:spcAft>
                <a:spcPts val="0"/>
              </a:spcAft>
              <a:buNone/>
            </a:pPr>
            <a:r>
              <a:t/>
            </a:r>
            <a:endParaRPr sz="700"/>
          </a:p>
        </p:txBody>
      </p:sp>
      <p:sp>
        <p:nvSpPr>
          <p:cNvPr id="785" name="Google Shape;785;p76"/>
          <p:cNvSpPr/>
          <p:nvPr/>
        </p:nvSpPr>
        <p:spPr>
          <a:xfrm>
            <a:off x="228600" y="2104300"/>
            <a:ext cx="1711800" cy="909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solidFill>
                <a:schemeClr val="dk2"/>
              </a:solidFill>
              <a:latin typeface="Poppins SemiBold"/>
              <a:ea typeface="Poppins SemiBold"/>
              <a:cs typeface="Poppins SemiBold"/>
              <a:sym typeface="Poppins SemiBold"/>
            </a:endParaRPr>
          </a:p>
        </p:txBody>
      </p:sp>
      <p:sp>
        <p:nvSpPr>
          <p:cNvPr id="786" name="Google Shape;786;p76"/>
          <p:cNvSpPr txBox="1"/>
          <p:nvPr>
            <p:ph idx="5" type="subTitle"/>
          </p:nvPr>
        </p:nvSpPr>
        <p:spPr>
          <a:xfrm>
            <a:off x="430050" y="2315090"/>
            <a:ext cx="1312500" cy="615600"/>
          </a:xfrm>
          <a:prstGeom prst="rect">
            <a:avLst/>
          </a:prstGeom>
        </p:spPr>
        <p:txBody>
          <a:bodyPr anchorCtr="0" anchor="ctr" bIns="0" lIns="182875" spcFirstLastPara="1" rIns="182875" wrap="square" tIns="0">
            <a:noAutofit/>
          </a:bodyPr>
          <a:lstStyle/>
          <a:p>
            <a:pPr indent="0" lvl="0" marL="0" rtl="0" algn="l">
              <a:lnSpc>
                <a:spcPct val="115000"/>
              </a:lnSpc>
              <a:spcBef>
                <a:spcPts val="1200"/>
              </a:spcBef>
              <a:spcAft>
                <a:spcPts val="0"/>
              </a:spcAft>
              <a:buNone/>
            </a:pPr>
            <a:r>
              <a:rPr b="1" lang="en">
                <a:solidFill>
                  <a:srgbClr val="000000"/>
                </a:solidFill>
                <a:latin typeface="Arial"/>
                <a:ea typeface="Arial"/>
                <a:cs typeface="Arial"/>
                <a:sym typeface="Arial"/>
              </a:rPr>
              <a:t>Attackers do not need complete visibility</a:t>
            </a:r>
            <a:endParaRPr b="1">
              <a:solidFill>
                <a:srgbClr val="000000"/>
              </a:solidFill>
              <a:latin typeface="Arial"/>
              <a:ea typeface="Arial"/>
              <a:cs typeface="Arial"/>
              <a:sym typeface="Arial"/>
            </a:endParaRPr>
          </a:p>
          <a:p>
            <a:pPr indent="0" lvl="0" marL="0" rtl="0" algn="l">
              <a:spcBef>
                <a:spcPts val="1200"/>
              </a:spcBef>
              <a:spcAft>
                <a:spcPts val="0"/>
              </a:spcAft>
              <a:buNone/>
            </a:pPr>
            <a:r>
              <a:t/>
            </a:r>
            <a:endParaRPr sz="700"/>
          </a:p>
        </p:txBody>
      </p:sp>
      <p:sp>
        <p:nvSpPr>
          <p:cNvPr id="787" name="Google Shape;787;p76"/>
          <p:cNvSpPr/>
          <p:nvPr/>
        </p:nvSpPr>
        <p:spPr>
          <a:xfrm>
            <a:off x="1920113" y="2104300"/>
            <a:ext cx="1711800" cy="909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solidFill>
                <a:schemeClr val="dk2"/>
              </a:solidFill>
              <a:latin typeface="Poppins SemiBold"/>
              <a:ea typeface="Poppins SemiBold"/>
              <a:cs typeface="Poppins SemiBold"/>
              <a:sym typeface="Poppins SemiBold"/>
            </a:endParaRPr>
          </a:p>
        </p:txBody>
      </p:sp>
      <p:sp>
        <p:nvSpPr>
          <p:cNvPr id="788" name="Google Shape;788;p76"/>
          <p:cNvSpPr txBox="1"/>
          <p:nvPr>
            <p:ph idx="5" type="subTitle"/>
          </p:nvPr>
        </p:nvSpPr>
        <p:spPr>
          <a:xfrm>
            <a:off x="2121563" y="2315090"/>
            <a:ext cx="1312500" cy="615600"/>
          </a:xfrm>
          <a:prstGeom prst="rect">
            <a:avLst/>
          </a:prstGeom>
        </p:spPr>
        <p:txBody>
          <a:bodyPr anchorCtr="0" anchor="ctr" bIns="0" lIns="182875" spcFirstLastPara="1" rIns="182875" wrap="square" tIns="0">
            <a:noAutofit/>
          </a:bodyPr>
          <a:lstStyle/>
          <a:p>
            <a:pPr indent="0" lvl="0" marL="0" rtl="0" algn="l">
              <a:lnSpc>
                <a:spcPct val="115000"/>
              </a:lnSpc>
              <a:spcBef>
                <a:spcPts val="1200"/>
              </a:spcBef>
              <a:spcAft>
                <a:spcPts val="0"/>
              </a:spcAft>
              <a:buNone/>
            </a:pPr>
            <a:r>
              <a:rPr b="1" lang="en">
                <a:solidFill>
                  <a:srgbClr val="000000"/>
                </a:solidFill>
                <a:latin typeface="Arial"/>
                <a:ea typeface="Arial"/>
                <a:cs typeface="Arial"/>
                <a:sym typeface="Arial"/>
              </a:rPr>
              <a:t>Collection is continuous, not event-based</a:t>
            </a:r>
            <a:endParaRPr b="1">
              <a:solidFill>
                <a:srgbClr val="000000"/>
              </a:solidFill>
              <a:latin typeface="Arial"/>
              <a:ea typeface="Arial"/>
              <a:cs typeface="Arial"/>
              <a:sym typeface="Arial"/>
            </a:endParaRPr>
          </a:p>
          <a:p>
            <a:pPr indent="0" lvl="0" marL="0" rtl="0" algn="l">
              <a:spcBef>
                <a:spcPts val="1200"/>
              </a:spcBef>
              <a:spcAft>
                <a:spcPts val="0"/>
              </a:spcAft>
              <a:buNone/>
            </a:pPr>
            <a:r>
              <a:t/>
            </a:r>
            <a:endParaRPr sz="700"/>
          </a:p>
        </p:txBody>
      </p:sp>
      <p:sp>
        <p:nvSpPr>
          <p:cNvPr id="789" name="Google Shape;789;p76"/>
          <p:cNvSpPr/>
          <p:nvPr/>
        </p:nvSpPr>
        <p:spPr>
          <a:xfrm>
            <a:off x="3612538" y="2104300"/>
            <a:ext cx="1711800" cy="909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solidFill>
                <a:schemeClr val="dk2"/>
              </a:solidFill>
              <a:latin typeface="Poppins SemiBold"/>
              <a:ea typeface="Poppins SemiBold"/>
              <a:cs typeface="Poppins SemiBold"/>
              <a:sym typeface="Poppins SemiBold"/>
            </a:endParaRPr>
          </a:p>
        </p:txBody>
      </p:sp>
      <p:sp>
        <p:nvSpPr>
          <p:cNvPr id="790" name="Google Shape;790;p76"/>
          <p:cNvSpPr txBox="1"/>
          <p:nvPr>
            <p:ph idx="5" type="subTitle"/>
          </p:nvPr>
        </p:nvSpPr>
        <p:spPr>
          <a:xfrm>
            <a:off x="3813988" y="2315090"/>
            <a:ext cx="1312500" cy="615600"/>
          </a:xfrm>
          <a:prstGeom prst="rect">
            <a:avLst/>
          </a:prstGeom>
        </p:spPr>
        <p:txBody>
          <a:bodyPr anchorCtr="0" anchor="ctr" bIns="0" lIns="182875" spcFirstLastPara="1" rIns="182875" wrap="square" tIns="0">
            <a:noAutofit/>
          </a:bodyPr>
          <a:lstStyle/>
          <a:p>
            <a:pPr indent="0" lvl="0" marL="0" rtl="0" algn="l">
              <a:lnSpc>
                <a:spcPct val="115000"/>
              </a:lnSpc>
              <a:spcBef>
                <a:spcPts val="1200"/>
              </a:spcBef>
              <a:spcAft>
                <a:spcPts val="0"/>
              </a:spcAft>
              <a:buNone/>
            </a:pPr>
            <a:r>
              <a:rPr b="1" lang="en">
                <a:solidFill>
                  <a:srgbClr val="000000"/>
                </a:solidFill>
                <a:latin typeface="Arial"/>
                <a:ea typeface="Arial"/>
                <a:cs typeface="Arial"/>
                <a:sym typeface="Arial"/>
              </a:rPr>
              <a:t>Time benefits the investigator, not the operator</a:t>
            </a:r>
            <a:endParaRPr b="1">
              <a:solidFill>
                <a:srgbClr val="000000"/>
              </a:solidFill>
              <a:latin typeface="Arial"/>
              <a:ea typeface="Arial"/>
              <a:cs typeface="Arial"/>
              <a:sym typeface="Arial"/>
            </a:endParaRPr>
          </a:p>
          <a:p>
            <a:pPr indent="0" lvl="0" marL="0" rtl="0" algn="l">
              <a:spcBef>
                <a:spcPts val="1200"/>
              </a:spcBef>
              <a:spcAft>
                <a:spcPts val="0"/>
              </a:spcAft>
              <a:buNone/>
            </a:pPr>
            <a:r>
              <a:t/>
            </a:r>
            <a:endParaRPr sz="700"/>
          </a:p>
        </p:txBody>
      </p:sp>
      <p:sp>
        <p:nvSpPr>
          <p:cNvPr id="791" name="Google Shape;791;p76"/>
          <p:cNvSpPr/>
          <p:nvPr/>
        </p:nvSpPr>
        <p:spPr>
          <a:xfrm>
            <a:off x="5305388" y="2104300"/>
            <a:ext cx="1711800" cy="909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solidFill>
                <a:schemeClr val="dk2"/>
              </a:solidFill>
              <a:latin typeface="Poppins SemiBold"/>
              <a:ea typeface="Poppins SemiBold"/>
              <a:cs typeface="Poppins SemiBold"/>
              <a:sym typeface="Poppins SemiBold"/>
            </a:endParaRPr>
          </a:p>
        </p:txBody>
      </p:sp>
      <p:sp>
        <p:nvSpPr>
          <p:cNvPr id="792" name="Google Shape;792;p76"/>
          <p:cNvSpPr txBox="1"/>
          <p:nvPr>
            <p:ph idx="5" type="subTitle"/>
          </p:nvPr>
        </p:nvSpPr>
        <p:spPr>
          <a:xfrm>
            <a:off x="5506838" y="2315090"/>
            <a:ext cx="1312500" cy="615600"/>
          </a:xfrm>
          <a:prstGeom prst="rect">
            <a:avLst/>
          </a:prstGeom>
        </p:spPr>
        <p:txBody>
          <a:bodyPr anchorCtr="0" anchor="ctr" bIns="0" lIns="182875" spcFirstLastPara="1" rIns="182875" wrap="square" tIns="0">
            <a:noAutofit/>
          </a:bodyPr>
          <a:lstStyle/>
          <a:p>
            <a:pPr indent="0" lvl="0" marL="0" rtl="0" algn="l">
              <a:lnSpc>
                <a:spcPct val="115000"/>
              </a:lnSpc>
              <a:spcBef>
                <a:spcPts val="1200"/>
              </a:spcBef>
              <a:spcAft>
                <a:spcPts val="0"/>
              </a:spcAft>
              <a:buNone/>
            </a:pPr>
            <a:r>
              <a:rPr b="1" lang="en">
                <a:solidFill>
                  <a:srgbClr val="000000"/>
                </a:solidFill>
                <a:latin typeface="Arial"/>
                <a:ea typeface="Arial"/>
                <a:cs typeface="Arial"/>
                <a:sym typeface="Arial"/>
              </a:rPr>
              <a:t>Patterns emerge from repetition</a:t>
            </a:r>
            <a:endParaRPr b="1">
              <a:solidFill>
                <a:srgbClr val="000000"/>
              </a:solidFill>
              <a:latin typeface="Arial"/>
              <a:ea typeface="Arial"/>
              <a:cs typeface="Arial"/>
              <a:sym typeface="Arial"/>
            </a:endParaRPr>
          </a:p>
          <a:p>
            <a:pPr indent="0" lvl="0" marL="0" rtl="0" algn="l">
              <a:spcBef>
                <a:spcPts val="1200"/>
              </a:spcBef>
              <a:spcAft>
                <a:spcPts val="0"/>
              </a:spcAft>
              <a:buNone/>
            </a:pPr>
            <a:r>
              <a:t/>
            </a:r>
            <a:endParaRPr sz="7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77"/>
          <p:cNvSpPr txBox="1"/>
          <p:nvPr>
            <p:ph type="title"/>
          </p:nvPr>
        </p:nvSpPr>
        <p:spPr>
          <a:xfrm>
            <a:off x="228600" y="256925"/>
            <a:ext cx="5707200" cy="1046700"/>
          </a:xfrm>
          <a:prstGeom prst="rect">
            <a:avLst/>
          </a:prstGeom>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a:t>You Are the Only Constant</a:t>
            </a:r>
            <a:endParaRPr/>
          </a:p>
          <a:p>
            <a:pPr indent="0" lvl="0" marL="0" marR="0" rtl="0" algn="l">
              <a:lnSpc>
                <a:spcPct val="100000"/>
              </a:lnSpc>
              <a:spcBef>
                <a:spcPts val="0"/>
              </a:spcBef>
              <a:spcAft>
                <a:spcPts val="0"/>
              </a:spcAft>
              <a:buNone/>
            </a:pPr>
            <a:r>
              <a:t/>
            </a:r>
            <a:endParaRPr/>
          </a:p>
        </p:txBody>
      </p:sp>
      <p:sp>
        <p:nvSpPr>
          <p:cNvPr id="798" name="Google Shape;798;p77"/>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799" name="Google Shape;799;p77"/>
          <p:cNvSpPr/>
          <p:nvPr/>
        </p:nvSpPr>
        <p:spPr>
          <a:xfrm>
            <a:off x="7001850" y="2104300"/>
            <a:ext cx="1711800" cy="909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800" name="Google Shape;800;p77"/>
          <p:cNvSpPr txBox="1"/>
          <p:nvPr>
            <p:ph idx="5" type="subTitle"/>
          </p:nvPr>
        </p:nvSpPr>
        <p:spPr>
          <a:xfrm>
            <a:off x="7203300" y="2315090"/>
            <a:ext cx="1312500" cy="615600"/>
          </a:xfrm>
          <a:prstGeom prst="rect">
            <a:avLst/>
          </a:prstGeom>
        </p:spPr>
        <p:txBody>
          <a:bodyPr anchorCtr="0" anchor="ctr" bIns="0" lIns="182875" spcFirstLastPara="1" rIns="182875" wrap="square" tIns="0">
            <a:noAutofit/>
          </a:bodyPr>
          <a:lstStyle/>
          <a:p>
            <a:pPr indent="0" lvl="0" marL="0" rtl="0" algn="l">
              <a:lnSpc>
                <a:spcPct val="115000"/>
              </a:lnSpc>
              <a:spcBef>
                <a:spcPts val="1200"/>
              </a:spcBef>
              <a:spcAft>
                <a:spcPts val="0"/>
              </a:spcAft>
              <a:buNone/>
            </a:pPr>
            <a:r>
              <a:rPr b="1" lang="en" sz="1100">
                <a:solidFill>
                  <a:srgbClr val="000000"/>
                </a:solidFill>
                <a:latin typeface="Arial"/>
                <a:ea typeface="Arial"/>
                <a:cs typeface="Arial"/>
                <a:sym typeface="Arial"/>
              </a:rPr>
              <a:t>Operational security is behavioral discipline</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801" name="Google Shape;801;p77"/>
          <p:cNvSpPr/>
          <p:nvPr/>
        </p:nvSpPr>
        <p:spPr>
          <a:xfrm>
            <a:off x="228600" y="2104300"/>
            <a:ext cx="1711800" cy="909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802" name="Google Shape;802;p77"/>
          <p:cNvSpPr txBox="1"/>
          <p:nvPr>
            <p:ph idx="5" type="subTitle"/>
          </p:nvPr>
        </p:nvSpPr>
        <p:spPr>
          <a:xfrm>
            <a:off x="430050" y="2315090"/>
            <a:ext cx="1312500" cy="615600"/>
          </a:xfrm>
          <a:prstGeom prst="rect">
            <a:avLst/>
          </a:prstGeom>
        </p:spPr>
        <p:txBody>
          <a:bodyPr anchorCtr="0" anchor="ctr" bIns="0" lIns="182875" spcFirstLastPara="1" rIns="182875" wrap="square" tIns="0">
            <a:noAutofit/>
          </a:bodyPr>
          <a:lstStyle/>
          <a:p>
            <a:pPr indent="0" lvl="0" marL="0" rtl="0" algn="l">
              <a:lnSpc>
                <a:spcPct val="115000"/>
              </a:lnSpc>
              <a:spcBef>
                <a:spcPts val="1200"/>
              </a:spcBef>
              <a:spcAft>
                <a:spcPts val="0"/>
              </a:spcAft>
              <a:buNone/>
            </a:pPr>
            <a:r>
              <a:rPr b="1" lang="en" sz="1100">
                <a:solidFill>
                  <a:srgbClr val="000000"/>
                </a:solidFill>
                <a:latin typeface="Arial"/>
                <a:ea typeface="Arial"/>
                <a:cs typeface="Arial"/>
                <a:sym typeface="Arial"/>
              </a:rPr>
              <a:t> Tools are disposable</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803" name="Google Shape;803;p77"/>
          <p:cNvSpPr/>
          <p:nvPr/>
        </p:nvSpPr>
        <p:spPr>
          <a:xfrm>
            <a:off x="1920113" y="2104300"/>
            <a:ext cx="1711800" cy="909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804" name="Google Shape;804;p77"/>
          <p:cNvSpPr txBox="1"/>
          <p:nvPr>
            <p:ph idx="5" type="subTitle"/>
          </p:nvPr>
        </p:nvSpPr>
        <p:spPr>
          <a:xfrm>
            <a:off x="2121563" y="2315090"/>
            <a:ext cx="1312500" cy="615600"/>
          </a:xfrm>
          <a:prstGeom prst="rect">
            <a:avLst/>
          </a:prstGeom>
        </p:spPr>
        <p:txBody>
          <a:bodyPr anchorCtr="0" anchor="ctr" bIns="0" lIns="182875" spcFirstLastPara="1" rIns="182875" wrap="square" tIns="0">
            <a:noAutofit/>
          </a:bodyPr>
          <a:lstStyle/>
          <a:p>
            <a:pPr indent="0" lvl="0" marL="0" rtl="0" algn="l">
              <a:lnSpc>
                <a:spcPct val="115000"/>
              </a:lnSpc>
              <a:spcBef>
                <a:spcPts val="1200"/>
              </a:spcBef>
              <a:spcAft>
                <a:spcPts val="1200"/>
              </a:spcAft>
              <a:buNone/>
            </a:pPr>
            <a:r>
              <a:rPr b="1" lang="en" sz="1100">
                <a:solidFill>
                  <a:srgbClr val="000000"/>
                </a:solidFill>
                <a:latin typeface="Arial"/>
                <a:ea typeface="Arial"/>
                <a:cs typeface="Arial"/>
                <a:sym typeface="Arial"/>
              </a:rPr>
              <a:t>Behavior is persistent</a:t>
            </a:r>
            <a:endParaRPr/>
          </a:p>
        </p:txBody>
      </p:sp>
      <p:sp>
        <p:nvSpPr>
          <p:cNvPr id="805" name="Google Shape;805;p77"/>
          <p:cNvSpPr/>
          <p:nvPr/>
        </p:nvSpPr>
        <p:spPr>
          <a:xfrm>
            <a:off x="3612538" y="2104300"/>
            <a:ext cx="1711800" cy="909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806" name="Google Shape;806;p77"/>
          <p:cNvSpPr txBox="1"/>
          <p:nvPr>
            <p:ph idx="5" type="subTitle"/>
          </p:nvPr>
        </p:nvSpPr>
        <p:spPr>
          <a:xfrm>
            <a:off x="3813988" y="2315090"/>
            <a:ext cx="1312500" cy="615600"/>
          </a:xfrm>
          <a:prstGeom prst="rect">
            <a:avLst/>
          </a:prstGeom>
        </p:spPr>
        <p:txBody>
          <a:bodyPr anchorCtr="0" anchor="ctr" bIns="0" lIns="182875" spcFirstLastPara="1" rIns="182875" wrap="square" tIns="0">
            <a:noAutofit/>
          </a:bodyPr>
          <a:lstStyle/>
          <a:p>
            <a:pPr indent="0" lvl="0" marL="0" rtl="0" algn="l">
              <a:lnSpc>
                <a:spcPct val="115000"/>
              </a:lnSpc>
              <a:spcBef>
                <a:spcPts val="1200"/>
              </a:spcBef>
              <a:spcAft>
                <a:spcPts val="0"/>
              </a:spcAft>
              <a:buNone/>
            </a:pPr>
            <a:r>
              <a:rPr b="1" lang="en" sz="1100">
                <a:solidFill>
                  <a:srgbClr val="000000"/>
                </a:solidFill>
                <a:latin typeface="Arial"/>
                <a:ea typeface="Arial"/>
                <a:cs typeface="Arial"/>
                <a:sym typeface="Arial"/>
              </a:rPr>
              <a:t>I</a:t>
            </a:r>
            <a:r>
              <a:rPr b="1" lang="en" sz="1100">
                <a:solidFill>
                  <a:srgbClr val="000000"/>
                </a:solidFill>
                <a:latin typeface="Arial"/>
                <a:ea typeface="Arial"/>
                <a:cs typeface="Arial"/>
                <a:sym typeface="Arial"/>
              </a:rPr>
              <a:t>dentity emerges from behavior</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807" name="Google Shape;807;p77"/>
          <p:cNvSpPr/>
          <p:nvPr/>
        </p:nvSpPr>
        <p:spPr>
          <a:xfrm>
            <a:off x="5305388" y="2104300"/>
            <a:ext cx="1711800" cy="909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808" name="Google Shape;808;p77"/>
          <p:cNvSpPr txBox="1"/>
          <p:nvPr>
            <p:ph idx="5" type="subTitle"/>
          </p:nvPr>
        </p:nvSpPr>
        <p:spPr>
          <a:xfrm>
            <a:off x="5506838" y="2315090"/>
            <a:ext cx="1312500" cy="615600"/>
          </a:xfrm>
          <a:prstGeom prst="rect">
            <a:avLst/>
          </a:prstGeom>
        </p:spPr>
        <p:txBody>
          <a:bodyPr anchorCtr="0" anchor="ctr" bIns="0" lIns="182875" spcFirstLastPara="1" rIns="182875" wrap="square" tIns="0">
            <a:noAutofit/>
          </a:bodyPr>
          <a:lstStyle/>
          <a:p>
            <a:pPr indent="0" lvl="0" marL="0" rtl="0" algn="l">
              <a:lnSpc>
                <a:spcPct val="115000"/>
              </a:lnSpc>
              <a:spcBef>
                <a:spcPts val="1200"/>
              </a:spcBef>
              <a:spcAft>
                <a:spcPts val="0"/>
              </a:spcAft>
              <a:buNone/>
            </a:pPr>
            <a:r>
              <a:rPr b="1" lang="en" sz="1100">
                <a:solidFill>
                  <a:srgbClr val="000000"/>
                </a:solidFill>
                <a:latin typeface="Arial"/>
                <a:ea typeface="Arial"/>
                <a:cs typeface="Arial"/>
                <a:sym typeface="Arial"/>
              </a:rPr>
              <a:t>Attribution targets the operator, not the tools</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78"/>
          <p:cNvSpPr txBox="1"/>
          <p:nvPr>
            <p:ph idx="1" type="body"/>
          </p:nvPr>
        </p:nvSpPr>
        <p:spPr>
          <a:xfrm>
            <a:off x="275400" y="1646946"/>
            <a:ext cx="4296600" cy="1762800"/>
          </a:xfrm>
          <a:prstGeom prst="rect">
            <a:avLst/>
          </a:prstGeom>
        </p:spPr>
        <p:txBody>
          <a:bodyPr anchorCtr="0" anchor="b" bIns="91425" lIns="91425" spcFirstLastPara="1" rIns="91425" wrap="square" tIns="91425">
            <a:noAutofit/>
          </a:bodyPr>
          <a:lstStyle/>
          <a:p>
            <a:pPr indent="-304800" lvl="0" marL="457200" rtl="0" algn="l">
              <a:lnSpc>
                <a:spcPct val="100000"/>
              </a:lnSpc>
              <a:spcBef>
                <a:spcPts val="0"/>
              </a:spcBef>
              <a:spcAft>
                <a:spcPts val="0"/>
              </a:spcAft>
              <a:buSzPts val="1200"/>
              <a:buChar char="●"/>
            </a:pPr>
            <a:r>
              <a:rPr lang="en"/>
              <a:t>Attribution is not an event.</a:t>
            </a:r>
            <a:endParaRPr/>
          </a:p>
          <a:p>
            <a:pPr indent="-304800" lvl="0" marL="457200" rtl="0" algn="l">
              <a:lnSpc>
                <a:spcPct val="100000"/>
              </a:lnSpc>
              <a:spcBef>
                <a:spcPts val="0"/>
              </a:spcBef>
              <a:spcAft>
                <a:spcPts val="0"/>
              </a:spcAft>
              <a:buSzPts val="1200"/>
              <a:buChar char="●"/>
            </a:pPr>
            <a:r>
              <a:rPr lang="en"/>
              <a:t>It is a process.</a:t>
            </a:r>
            <a:endParaRPr/>
          </a:p>
          <a:p>
            <a:pPr indent="-304800" lvl="0" marL="457200" rtl="0" algn="l">
              <a:lnSpc>
                <a:spcPct val="100000"/>
              </a:lnSpc>
              <a:spcBef>
                <a:spcPts val="0"/>
              </a:spcBef>
              <a:spcAft>
                <a:spcPts val="0"/>
              </a:spcAft>
              <a:buSzPts val="1200"/>
              <a:buChar char="●"/>
            </a:pPr>
            <a:r>
              <a:rPr lang="en"/>
              <a:t>Every action leaves a trace.</a:t>
            </a:r>
            <a:endParaRPr/>
          </a:p>
          <a:p>
            <a:pPr indent="-304800" lvl="0" marL="457200" rtl="0" algn="l">
              <a:lnSpc>
                <a:spcPct val="100000"/>
              </a:lnSpc>
              <a:spcBef>
                <a:spcPts val="0"/>
              </a:spcBef>
              <a:spcAft>
                <a:spcPts val="0"/>
              </a:spcAft>
              <a:buSzPts val="1200"/>
              <a:buChar char="●"/>
            </a:pPr>
            <a:r>
              <a:rPr lang="en"/>
              <a:t>Every trace becomes a pattern.</a:t>
            </a:r>
            <a:endParaRPr/>
          </a:p>
          <a:p>
            <a:pPr indent="-304800" lvl="0" marL="457200" rtl="0" algn="l">
              <a:lnSpc>
                <a:spcPct val="100000"/>
              </a:lnSpc>
              <a:spcBef>
                <a:spcPts val="0"/>
              </a:spcBef>
              <a:spcAft>
                <a:spcPts val="0"/>
              </a:spcAft>
              <a:buSzPts val="1200"/>
              <a:buChar char="●"/>
            </a:pPr>
            <a:r>
              <a:rPr lang="en"/>
              <a:t>Every pattern becomes a path.</a:t>
            </a:r>
            <a:endParaRPr/>
          </a:p>
          <a:p>
            <a:pPr indent="-304800" lvl="0" marL="457200" rtl="0" algn="l">
              <a:lnSpc>
                <a:spcPct val="100000"/>
              </a:lnSpc>
              <a:spcBef>
                <a:spcPts val="0"/>
              </a:spcBef>
              <a:spcAft>
                <a:spcPts val="0"/>
              </a:spcAft>
              <a:buSzPts val="1200"/>
              <a:buChar char="●"/>
            </a:pPr>
            <a:r>
              <a:rPr lang="en"/>
              <a:t>The analyst does not chase you.</a:t>
            </a:r>
            <a:endParaRPr/>
          </a:p>
          <a:p>
            <a:pPr indent="-304800" lvl="0" marL="457200" rtl="0" algn="l">
              <a:lnSpc>
                <a:spcPct val="100000"/>
              </a:lnSpc>
              <a:spcBef>
                <a:spcPts val="0"/>
              </a:spcBef>
              <a:spcAft>
                <a:spcPts val="0"/>
              </a:spcAft>
              <a:buSzPts val="1200"/>
              <a:buChar char="●"/>
            </a:pPr>
            <a:r>
              <a:rPr lang="en"/>
              <a:t>They wait for you to reveal yourself.</a:t>
            </a:r>
            <a:endParaRPr/>
          </a:p>
          <a:p>
            <a:pPr indent="0" lvl="0" marL="457200" rtl="0" algn="l">
              <a:lnSpc>
                <a:spcPct val="100000"/>
              </a:lnSpc>
              <a:spcBef>
                <a:spcPts val="0"/>
              </a:spcBef>
              <a:spcAft>
                <a:spcPts val="0"/>
              </a:spcAft>
              <a:buNone/>
            </a:pPr>
            <a:r>
              <a:t/>
            </a:r>
            <a:endParaRPr/>
          </a:p>
        </p:txBody>
      </p:sp>
      <p:pic>
        <p:nvPicPr>
          <p:cNvPr descr="A woman shows diagrams and written notes to a colleague. " id="814" name="Google Shape;814;p78"/>
          <p:cNvPicPr preferRelativeResize="0"/>
          <p:nvPr>
            <p:ph idx="2" type="pic"/>
          </p:nvPr>
        </p:nvPicPr>
        <p:blipFill rotWithShape="1">
          <a:blip r:embed="rId3">
            <a:alphaModFix/>
          </a:blip>
          <a:srcRect b="4471" l="23833" r="21840" t="4480"/>
          <a:stretch/>
        </p:blipFill>
        <p:spPr>
          <a:xfrm>
            <a:off x="5212300" y="460300"/>
            <a:ext cx="3702900" cy="4136100"/>
          </a:xfrm>
          <a:prstGeom prst="roundRect">
            <a:avLst>
              <a:gd fmla="val 16667" name="adj"/>
            </a:avLst>
          </a:prstGeom>
        </p:spPr>
      </p:pic>
      <p:sp>
        <p:nvSpPr>
          <p:cNvPr id="815" name="Google Shape;815;p78"/>
          <p:cNvSpPr txBox="1"/>
          <p:nvPr>
            <p:ph type="title"/>
          </p:nvPr>
        </p:nvSpPr>
        <p:spPr>
          <a:xfrm>
            <a:off x="228600" y="256925"/>
            <a:ext cx="4296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2"/>
                </a:solidFill>
              </a:rPr>
              <a:t>The Analyst Is Patient</a:t>
            </a:r>
            <a:endParaRPr/>
          </a:p>
        </p:txBody>
      </p:sp>
      <p:grpSp>
        <p:nvGrpSpPr>
          <p:cNvPr id="816" name="Google Shape;816;p78"/>
          <p:cNvGrpSpPr/>
          <p:nvPr/>
        </p:nvGrpSpPr>
        <p:grpSpPr>
          <a:xfrm>
            <a:off x="343203" y="791657"/>
            <a:ext cx="1986589" cy="270489"/>
            <a:chOff x="308528" y="1555007"/>
            <a:chExt cx="1986589" cy="270489"/>
          </a:xfrm>
        </p:grpSpPr>
        <p:sp>
          <p:nvSpPr>
            <p:cNvPr id="817" name="Google Shape;817;p78"/>
            <p:cNvSpPr/>
            <p:nvPr/>
          </p:nvSpPr>
          <p:spPr>
            <a:xfrm rot="231862">
              <a:off x="310484" y="1675966"/>
              <a:ext cx="1353607" cy="104034"/>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18" name="Google Shape;818;p78"/>
            <p:cNvSpPr/>
            <p:nvPr/>
          </p:nvSpPr>
          <p:spPr>
            <a:xfrm rot="231569">
              <a:off x="313022" y="1621554"/>
              <a:ext cx="1980846" cy="104060"/>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819" name="Google Shape;819;p78"/>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79"/>
          <p:cNvSpPr/>
          <p:nvPr/>
        </p:nvSpPr>
        <p:spPr>
          <a:xfrm>
            <a:off x="3448104" y="4483625"/>
            <a:ext cx="22479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dk2"/>
              </a:solidFill>
              <a:latin typeface="Nunito Sans SemiBold"/>
              <a:ea typeface="Nunito Sans SemiBold"/>
              <a:cs typeface="Nunito Sans SemiBold"/>
              <a:sym typeface="Nunito Sans SemiBold"/>
            </a:endParaRPr>
          </a:p>
        </p:txBody>
      </p:sp>
      <p:sp>
        <p:nvSpPr>
          <p:cNvPr id="825" name="Google Shape;825;p79"/>
          <p:cNvSpPr txBox="1"/>
          <p:nvPr>
            <p:ph type="title"/>
          </p:nvPr>
        </p:nvSpPr>
        <p:spPr>
          <a:xfrm>
            <a:off x="1277100" y="228606"/>
            <a:ext cx="6683700" cy="17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826" name="Google Shape;826;p79"/>
          <p:cNvSpPr txBox="1"/>
          <p:nvPr>
            <p:ph idx="1" type="subTitle"/>
          </p:nvPr>
        </p:nvSpPr>
        <p:spPr>
          <a:xfrm>
            <a:off x="2351700" y="1674500"/>
            <a:ext cx="4346700" cy="45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Scan for Resources &amp; </a:t>
            </a:r>
            <a:r>
              <a:rPr lang="en"/>
              <a:t>References</a:t>
            </a:r>
            <a:endParaRPr/>
          </a:p>
          <a:p>
            <a:pPr indent="0" lvl="0" marL="0" rtl="0" algn="l">
              <a:spcBef>
                <a:spcPts val="0"/>
              </a:spcBef>
              <a:spcAft>
                <a:spcPts val="0"/>
              </a:spcAft>
              <a:buNone/>
            </a:pPr>
            <a:r>
              <a:t/>
            </a:r>
            <a:endParaRPr/>
          </a:p>
        </p:txBody>
      </p:sp>
      <p:sp>
        <p:nvSpPr>
          <p:cNvPr id="827" name="Google Shape;827;p79"/>
          <p:cNvSpPr txBox="1"/>
          <p:nvPr>
            <p:ph idx="2" type="body"/>
          </p:nvPr>
        </p:nvSpPr>
        <p:spPr>
          <a:xfrm>
            <a:off x="3447975" y="4483625"/>
            <a:ext cx="2247900" cy="400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anything@elrniracollage.lol</a:t>
            </a:r>
            <a:endParaRPr/>
          </a:p>
        </p:txBody>
      </p:sp>
      <p:sp>
        <p:nvSpPr>
          <p:cNvPr id="828" name="Google Shape;828;p79"/>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pic>
        <p:nvPicPr>
          <p:cNvPr id="829" name="Google Shape;829;p79" title="ref.png"/>
          <p:cNvPicPr preferRelativeResize="0"/>
          <p:nvPr/>
        </p:nvPicPr>
        <p:blipFill>
          <a:blip r:embed="rId3">
            <a:alphaModFix/>
          </a:blip>
          <a:stretch>
            <a:fillRect/>
          </a:stretch>
        </p:blipFill>
        <p:spPr>
          <a:xfrm>
            <a:off x="3405179" y="2052550"/>
            <a:ext cx="2333625" cy="23336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