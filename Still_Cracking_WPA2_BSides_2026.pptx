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7.xml.rels" ContentType="application/vnd.openxmlformats-package.relationships+xml"/>
  <Override PartName="/ppt/slideMasters/_rels/slideMaster9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91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0.xml.rels" ContentType="application/vnd.openxmlformats-package.relationships+xml"/>
  <Override PartName="/ppt/slideMasters/_rels/slideMaster81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82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83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84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90.xml.rels" ContentType="application/vnd.openxmlformats-package.relationships+xml"/>
  <Override PartName="/ppt/slideMasters/_rels/slideMaster7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79.xml.rels" ContentType="application/vnd.openxmlformats-package.relationships+xml"/>
  <Override PartName="/ppt/slideMasters/_rels/slideMaster87.xml.rels" ContentType="application/vnd.openxmlformats-package.relationships+xml"/>
  <Override PartName="/ppt/slideMasters/_rels/slideMaster76.xml.rels" ContentType="application/vnd.openxmlformats-package.relationships+xml"/>
  <Override PartName="/ppt/slideMasters/_rels/slideMaster88.xml.rels" ContentType="application/vnd.openxmlformats-package.relationships+xml"/>
  <Override PartName="/ppt/slideMasters/_rels/slideMaster77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89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75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74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94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93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98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86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97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85.xml.rels" ContentType="application/vnd.openxmlformats-package.relationships+xml"/>
  <Override PartName="/ppt/slideMasters/_rels/slideMaster96.xml.rels" ContentType="application/vnd.openxmlformats-package.relationships+xml"/>
  <Override PartName="/ppt/slideMasters/_rels/slideMaster95.xml.rels" ContentType="application/vnd.openxmlformats-package.relationships+xml"/>
  <Override PartName="/ppt/slideMasters/slideMaster56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27.xml" ContentType="application/vnd.openxmlformats-officedocument.presentationml.slideMaster+xml"/>
  <Override PartName="/ppt/presProps.xml" ContentType="application/vnd.openxmlformats-officedocument.presentationml.presProps+xml"/>
  <Override PartName="/ppt/theme/theme56.xml" ContentType="application/vnd.openxmlformats-officedocument.theme+xml"/>
  <Override PartName="/ppt/theme/theme55.xml" ContentType="application/vnd.openxmlformats-officedocument.theme+xml"/>
  <Override PartName="/ppt/theme/theme54.xml" ContentType="application/vnd.openxmlformats-officedocument.theme+xml"/>
  <Override PartName="/ppt/theme/theme53.xml" ContentType="application/vnd.openxmlformats-officedocument.theme+xml"/>
  <Override PartName="/ppt/theme/theme52.xml" ContentType="application/vnd.openxmlformats-officedocument.theme+xml"/>
  <Override PartName="/ppt/theme/theme51.xml" ContentType="application/vnd.openxmlformats-officedocument.theme+xml"/>
  <Override PartName="/ppt/theme/theme50.xml" ContentType="application/vnd.openxmlformats-officedocument.theme+xml"/>
  <Override PartName="/ppt/theme/theme46.xml" ContentType="application/vnd.openxmlformats-officedocument.theme+xml"/>
  <Override PartName="/ppt/theme/theme45.xml" ContentType="application/vnd.openxmlformats-officedocument.theme+xml"/>
  <Override PartName="/ppt/theme/theme44.xml" ContentType="application/vnd.openxmlformats-officedocument.theme+xml"/>
  <Override PartName="/ppt/theme/theme43.xml" ContentType="application/vnd.openxmlformats-officedocument.theme+xml"/>
  <Override PartName="/ppt/theme/theme42.xml" ContentType="application/vnd.openxmlformats-officedocument.theme+xml"/>
  <Override PartName="/ppt/theme/theme41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38.xml" ContentType="application/vnd.openxmlformats-officedocument.theme+xml"/>
  <Override PartName="/ppt/theme/theme37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35.xml" ContentType="application/vnd.openxmlformats-officedocument.theme+xml"/>
  <Override PartName="/ppt/theme/theme8.xml" ContentType="application/vnd.openxmlformats-officedocument.theme+xml"/>
  <Override PartName="/ppt/theme/theme98.xml" ContentType="application/vnd.openxmlformats-officedocument.theme+xml"/>
  <Override PartName="/ppt/theme/theme34.xml" ContentType="application/vnd.openxmlformats-officedocument.theme+xml"/>
  <Override PartName="/ppt/theme/theme7.xml" ContentType="application/vnd.openxmlformats-officedocument.theme+xml"/>
  <Override PartName="/ppt/theme/theme97.xml" ContentType="application/vnd.openxmlformats-officedocument.theme+xml"/>
  <Override PartName="/ppt/theme/theme33.xml" ContentType="application/vnd.openxmlformats-officedocument.theme+xml"/>
  <Override PartName="/ppt/theme/theme6.xml" ContentType="application/vnd.openxmlformats-officedocument.theme+xml"/>
  <Override PartName="/ppt/theme/theme96.xml" ContentType="application/vnd.openxmlformats-officedocument.theme+xml"/>
  <Override PartName="/ppt/theme/theme32.xml" ContentType="application/vnd.openxmlformats-officedocument.theme+xml"/>
  <Override PartName="/ppt/theme/theme5.xml" ContentType="application/vnd.openxmlformats-officedocument.theme+xml"/>
  <Override PartName="/ppt/theme/theme95.xml" ContentType="application/vnd.openxmlformats-officedocument.theme+xml"/>
  <Override PartName="/ppt/theme/theme31.xml" ContentType="application/vnd.openxmlformats-officedocument.theme+xml"/>
  <Override PartName="/ppt/theme/theme4.xml" ContentType="application/vnd.openxmlformats-officedocument.theme+xml"/>
  <Override PartName="/ppt/theme/theme29.xml" ContentType="application/vnd.openxmlformats-officedocument.theme+xml"/>
  <Override PartName="/ppt/theme/theme94.xml" ContentType="application/vnd.openxmlformats-officedocument.theme+xml"/>
  <Override PartName="/ppt/theme/theme13.xml" ContentType="application/vnd.openxmlformats-officedocument.theme+xml"/>
  <Override PartName="/ppt/theme/theme30.xml" ContentType="application/vnd.openxmlformats-officedocument.theme+xml"/>
  <Override PartName="/ppt/theme/theme23.xml" ContentType="application/vnd.openxmlformats-officedocument.theme+xml"/>
  <Override PartName="/ppt/theme/theme60.xml" ContentType="application/vnd.openxmlformats-officedocument.theme+xml"/>
  <Override PartName="/ppt/theme/theme24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66.xml" ContentType="application/vnd.openxmlformats-officedocument.theme+xml"/>
  <Override PartName="/ppt/theme/theme67.xml" ContentType="application/vnd.openxmlformats-officedocument.theme+xml"/>
  <Override PartName="/ppt/theme/theme68.xml" ContentType="application/vnd.openxmlformats-officedocument.theme+xml"/>
  <Override PartName="/ppt/theme/theme70.xml" ContentType="application/vnd.openxmlformats-officedocument.theme+xml"/>
  <Override PartName="/ppt/theme/theme69.xml" ContentType="application/vnd.openxmlformats-officedocument.theme+xml"/>
  <Override PartName="/ppt/theme/theme71.xml" ContentType="application/vnd.openxmlformats-officedocument.theme+xml"/>
  <Override PartName="/ppt/theme/theme89.xml" ContentType="application/vnd.openxmlformats-officedocument.theme+xml"/>
  <Override PartName="/ppt/theme/theme77.xml" ContentType="application/vnd.openxmlformats-officedocument.theme+xml"/>
  <Override PartName="/ppt/theme/theme25.xml" ContentType="application/vnd.openxmlformats-officedocument.theme+xml"/>
  <Override PartName="/ppt/theme/theme90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88.xml" ContentType="application/vnd.openxmlformats-officedocument.theme+xml"/>
  <Override PartName="/ppt/theme/theme76.xml" ContentType="application/vnd.openxmlformats-officedocument.theme+xml"/>
  <Override PartName="/ppt/theme/theme87.xml" ContentType="application/vnd.openxmlformats-officedocument.theme+xml"/>
  <Override PartName="/ppt/theme/theme75.xml" ContentType="application/vnd.openxmlformats-officedocument.theme+xml"/>
  <Override PartName="/ppt/theme/theme86.xml" ContentType="application/vnd.openxmlformats-officedocument.theme+xml"/>
  <Override PartName="/ppt/theme/theme74.xml" ContentType="application/vnd.openxmlformats-officedocument.theme+xml"/>
  <Override PartName="/ppt/theme/theme85.xml" ContentType="application/vnd.openxmlformats-officedocument.theme+xml"/>
  <Override PartName="/ppt/theme/theme73.xml" ContentType="application/vnd.openxmlformats-officedocument.theme+xml"/>
  <Override PartName="/ppt/theme/theme79.xml" ContentType="application/vnd.openxmlformats-officedocument.theme+xml"/>
  <Override PartName="/ppt/theme/theme78.xml" ContentType="application/vnd.openxmlformats-officedocument.theme+xml"/>
  <Override PartName="/ppt/theme/theme72.xml" ContentType="application/vnd.openxmlformats-officedocument.theme+xml"/>
  <Override PartName="/ppt/theme/theme22.xml" ContentType="application/vnd.openxmlformats-officedocument.theme+xml"/>
  <Override PartName="/ppt/theme/theme59.xml" ContentType="application/vnd.openxmlformats-officedocument.theme+xml"/>
  <Override PartName="/ppt/theme/theme21.xml" ContentType="application/vnd.openxmlformats-officedocument.theme+xml"/>
  <Override PartName="/ppt/theme/theme58.xml" ContentType="application/vnd.openxmlformats-officedocument.theme+xml"/>
  <Override PartName="/ppt/theme/theme19.xml" ContentType="application/vnd.openxmlformats-officedocument.theme+xml"/>
  <Override PartName="/ppt/theme/theme84.xml" ContentType="application/vnd.openxmlformats-officedocument.theme+xml"/>
  <Override PartName="/ppt/theme/theme20.xml" ContentType="application/vnd.openxmlformats-officedocument.theme+xml"/>
  <Override PartName="/ppt/theme/theme57.xml" ContentType="application/vnd.openxmlformats-officedocument.theme+xml"/>
  <Override PartName="/ppt/theme/theme18.xml" ContentType="application/vnd.openxmlformats-officedocument.theme+xml"/>
  <Override PartName="/ppt/theme/theme83.xml" ContentType="application/vnd.openxmlformats-officedocument.theme+xml"/>
  <Override PartName="/ppt/theme/theme82.xml" ContentType="application/vnd.openxmlformats-officedocument.theme+xml"/>
  <Override PartName="/ppt/theme/theme17.xml" ContentType="application/vnd.openxmlformats-officedocument.theme+xml"/>
  <Override PartName="/ppt/theme/theme81.xml" ContentType="application/vnd.openxmlformats-officedocument.theme+xml"/>
  <Override PartName="/ppt/theme/theme16.xml" ContentType="application/vnd.openxmlformats-officedocument.theme+xml"/>
  <Override PartName="/ppt/theme/theme80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3.xml" ContentType="application/vnd.openxmlformats-officedocument.theme+xml"/>
  <Override PartName="/ppt/theme/theme28.xml" ContentType="application/vnd.openxmlformats-officedocument.theme+xml"/>
  <Override PartName="/ppt/theme/theme93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theme/theme1.xml" ContentType="application/vnd.openxmlformats-officedocument.theme+xml"/>
  <Override PartName="/ppt/theme/theme91.xml" ContentType="application/vnd.openxmlformats-officedocument.theme+xml"/>
  <Override PartName="/ppt/theme/theme26.xml" ContentType="application/vnd.openxmlformats-officedocument.theme+xml"/>
  <Override PartName="/ppt/theme/theme2.xml" ContentType="application/vnd.openxmlformats-officedocument.theme+xml"/>
  <Override PartName="/ppt/theme/theme92.xml" ContentType="application/vnd.openxmlformats-officedocument.theme+xml"/>
  <Override PartName="/ppt/theme/theme27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_rels/slideLayout27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76.xml.rels" ContentType="application/vnd.openxmlformats-package.relationships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  <p:sldMasterId id="2147483766" r:id="rId61"/>
    <p:sldMasterId id="2147483768" r:id="rId62"/>
    <p:sldMasterId id="2147483770" r:id="rId63"/>
    <p:sldMasterId id="2147483772" r:id="rId64"/>
    <p:sldMasterId id="2147483774" r:id="rId65"/>
    <p:sldMasterId id="2147483776" r:id="rId66"/>
    <p:sldMasterId id="2147483778" r:id="rId67"/>
    <p:sldMasterId id="2147483780" r:id="rId68"/>
    <p:sldMasterId id="2147483782" r:id="rId69"/>
    <p:sldMasterId id="2147483784" r:id="rId70"/>
    <p:sldMasterId id="2147483786" r:id="rId71"/>
    <p:sldMasterId id="2147483788" r:id="rId72"/>
    <p:sldMasterId id="2147483790" r:id="rId73"/>
    <p:sldMasterId id="2147483792" r:id="rId74"/>
    <p:sldMasterId id="2147483794" r:id="rId75"/>
    <p:sldMasterId id="2147483796" r:id="rId76"/>
    <p:sldMasterId id="2147483798" r:id="rId77"/>
    <p:sldMasterId id="2147483800" r:id="rId78"/>
    <p:sldMasterId id="2147483802" r:id="rId79"/>
    <p:sldMasterId id="2147483804" r:id="rId80"/>
    <p:sldMasterId id="2147483806" r:id="rId81"/>
    <p:sldMasterId id="2147483808" r:id="rId82"/>
    <p:sldMasterId id="2147483810" r:id="rId83"/>
    <p:sldMasterId id="2147483812" r:id="rId84"/>
    <p:sldMasterId id="2147483814" r:id="rId85"/>
    <p:sldMasterId id="2147483816" r:id="rId86"/>
    <p:sldMasterId id="2147483818" r:id="rId87"/>
    <p:sldMasterId id="2147483820" r:id="rId88"/>
    <p:sldMasterId id="2147483822" r:id="rId89"/>
    <p:sldMasterId id="2147483824" r:id="rId90"/>
    <p:sldMasterId id="2147483826" r:id="rId91"/>
    <p:sldMasterId id="2147483828" r:id="rId92"/>
    <p:sldMasterId id="2147483830" r:id="rId93"/>
    <p:sldMasterId id="2147483832" r:id="rId94"/>
    <p:sldMasterId id="2147483834" r:id="rId95"/>
    <p:sldMasterId id="2147483836" r:id="rId96"/>
    <p:sldMasterId id="2147483838" r:id="rId97"/>
    <p:sldMasterId id="2147483840" r:id="rId98"/>
    <p:sldMasterId id="2147483842" r:id="rId99"/>
  </p:sldMasterIdLst>
  <p:sldIdLst>
    <p:sldId id="256" r:id="rId100"/>
    <p:sldId id="257" r:id="rId101"/>
    <p:sldId id="258" r:id="rId102"/>
    <p:sldId id="259" r:id="rId103"/>
    <p:sldId id="260" r:id="rId104"/>
    <p:sldId id="261" r:id="rId105"/>
    <p:sldId id="262" r:id="rId106"/>
    <p:sldId id="263" r:id="rId107"/>
    <p:sldId id="264" r:id="rId108"/>
    <p:sldId id="265" r:id="rId109"/>
    <p:sldId id="266" r:id="rId110"/>
    <p:sldId id="267" r:id="rId111"/>
    <p:sldId id="268" r:id="rId112"/>
    <p:sldId id="269" r:id="rId113"/>
    <p:sldId id="270" r:id="rId1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slideMaster" Target="slideMasters/slideMaster74.xml"/><Relationship Id="rId76" Type="http://schemas.openxmlformats.org/officeDocument/2006/relationships/slideMaster" Target="slideMasters/slideMaster75.xml"/><Relationship Id="rId77" Type="http://schemas.openxmlformats.org/officeDocument/2006/relationships/slideMaster" Target="slideMasters/slideMaster76.xml"/><Relationship Id="rId78" Type="http://schemas.openxmlformats.org/officeDocument/2006/relationships/slideMaster" Target="slideMasters/slideMaster77.xml"/><Relationship Id="rId79" Type="http://schemas.openxmlformats.org/officeDocument/2006/relationships/slideMaster" Target="slideMasters/slideMaster78.xml"/><Relationship Id="rId80" Type="http://schemas.openxmlformats.org/officeDocument/2006/relationships/slideMaster" Target="slideMasters/slideMaster79.xml"/><Relationship Id="rId81" Type="http://schemas.openxmlformats.org/officeDocument/2006/relationships/slideMaster" Target="slideMasters/slideMaster80.xml"/><Relationship Id="rId82" Type="http://schemas.openxmlformats.org/officeDocument/2006/relationships/slideMaster" Target="slideMasters/slideMaster81.xml"/><Relationship Id="rId83" Type="http://schemas.openxmlformats.org/officeDocument/2006/relationships/slideMaster" Target="slideMasters/slideMaster82.xml"/><Relationship Id="rId84" Type="http://schemas.openxmlformats.org/officeDocument/2006/relationships/slideMaster" Target="slideMasters/slideMaster83.xml"/><Relationship Id="rId85" Type="http://schemas.openxmlformats.org/officeDocument/2006/relationships/slideMaster" Target="slideMasters/slideMaster84.xml"/><Relationship Id="rId86" Type="http://schemas.openxmlformats.org/officeDocument/2006/relationships/slideMaster" Target="slideMasters/slideMaster85.xml"/><Relationship Id="rId87" Type="http://schemas.openxmlformats.org/officeDocument/2006/relationships/slideMaster" Target="slideMasters/slideMaster86.xml"/><Relationship Id="rId88" Type="http://schemas.openxmlformats.org/officeDocument/2006/relationships/slideMaster" Target="slideMasters/slideMaster87.xml"/><Relationship Id="rId89" Type="http://schemas.openxmlformats.org/officeDocument/2006/relationships/slideMaster" Target="slideMasters/slideMaster88.xml"/><Relationship Id="rId90" Type="http://schemas.openxmlformats.org/officeDocument/2006/relationships/slideMaster" Target="slideMasters/slideMaster89.xml"/><Relationship Id="rId91" Type="http://schemas.openxmlformats.org/officeDocument/2006/relationships/slideMaster" Target="slideMasters/slideMaster90.xml"/><Relationship Id="rId92" Type="http://schemas.openxmlformats.org/officeDocument/2006/relationships/slideMaster" Target="slideMasters/slideMaster91.xml"/><Relationship Id="rId93" Type="http://schemas.openxmlformats.org/officeDocument/2006/relationships/slideMaster" Target="slideMasters/slideMaster92.xml"/><Relationship Id="rId94" Type="http://schemas.openxmlformats.org/officeDocument/2006/relationships/slideMaster" Target="slideMasters/slideMaster93.xml"/><Relationship Id="rId95" Type="http://schemas.openxmlformats.org/officeDocument/2006/relationships/slideMaster" Target="slideMasters/slideMaster94.xml"/><Relationship Id="rId96" Type="http://schemas.openxmlformats.org/officeDocument/2006/relationships/slideMaster" Target="slideMasters/slideMaster95.xml"/><Relationship Id="rId97" Type="http://schemas.openxmlformats.org/officeDocument/2006/relationships/slideMaster" Target="slideMasters/slideMaster96.xml"/><Relationship Id="rId98" Type="http://schemas.openxmlformats.org/officeDocument/2006/relationships/slideMaster" Target="slideMasters/slideMaster97.xml"/><Relationship Id="rId99" Type="http://schemas.openxmlformats.org/officeDocument/2006/relationships/slideMaster" Target="slideMasters/slideMaster98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Relationship Id="rId114" Type="http://schemas.openxmlformats.org/officeDocument/2006/relationships/slide" Target="slides/slide15.xml"/><Relationship Id="rId1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8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9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0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2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3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4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6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7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9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0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1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2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3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4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5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6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2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2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AEA5CBC-B8EC-4381-8FDC-44796ED6C003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_1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C8E082-73B8-49B6-B6AC-AC6C99D0F292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_1_1_1_1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4D10B5-C335-4D1D-BB86-B93E1787C906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_1_1_1_1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2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_1_1_1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2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2_1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2_1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_1_1_1_1_1_1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_1_1_1_1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title and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body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big id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big id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ur big id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storybo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storybo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_1_1_1_1_1_1_1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2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3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_1_1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_1_1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_1_1_2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_1_1_2_1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_1_1_2_1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_1_1_2_1_2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_1_1_2_1_2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_1_1_2_1_2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_1_1_2_1_2_1_1_1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_1_1_2_1_2_1_1_1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C6C3366-B445-4E76-98DD-3B15DE122117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4100A9F-F767-4DBE-9801-754AB1FA4C9A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17D213-70CC-4D4A-8398-AE05476BB98D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C295A7AA-3851-493F-B9A3-C9BB81C63A3E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6F2BA92-F177-45A6-A127-62AD1871811B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7E8B186-7DCC-48CB-845A-6E93847DBC22}" type="slidenum">
              <a:t>&lt;#&gt;</a:t>
            </a:fld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1694A0E-C57C-4690-A049-0231C2585C7A}" type="slidenum">
              <a:t>&lt;#&gt;</a:t>
            </a:fld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3F4266C-3934-408C-827D-80FCCE063F5D}" type="slidenum">
              <a:t>&lt;#&gt;</a:t>
            </a:fld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E665A87-9F44-44FB-832A-187FF6B53F5B}" type="slidenum">
              <a:t>&lt;#&gt;</a:t>
            </a:fld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1B8B0D24-584A-45DF-9DCC-18F013E1CD67}" type="slidenum">
              <a:t>&lt;#&gt;</a:t>
            </a:fld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F372A25-391E-4C3C-9869-604FDD8F1A04}" type="slidenum">
              <a:t>&lt;#&gt;</a:t>
            </a:fld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1690329-24E2-4C0A-A16E-DBD111C0D42B}" type="slidenum">
              <a:t>&lt;#&gt;</a:t>
            </a:fld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4DC70E19-4D8B-4818-97D2-1A8A113488A3}" type="slidenum">
              <a:t>&lt;#&gt;</a:t>
            </a:fld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C83971D-E8AF-4DAD-9719-E40BCE055B4D}" type="slidenum">
              <a:t>&lt;#&gt;</a:t>
            </a:fld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2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D10AEF0-59B5-40FA-889B-B71BC974E436}" type="slidenum">
              <a:t>&lt;#&gt;</a:t>
            </a:fld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8BFE21A1-47C9-424D-8677-C483813CED4C}" type="slidenum">
              <a:t>&lt;#&gt;</a:t>
            </a:fld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72D548C-AE36-467A-A00E-65C2D1616947}" type="slidenum">
              <a:t>&lt;#&gt;</a:t>
            </a:fld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C940282-BE6D-49A9-B18C-23F07356F01D}" type="slidenum">
              <a:t>&lt;#&gt;</a:t>
            </a:fld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A839865C-5C7E-4B77-AE66-E1EEEF21B278}" type="slidenum">
              <a:t>&lt;#&gt;</a:t>
            </a:fld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B807B8E-65D6-4301-BF50-4DBFF1AFE760}" type="slidenum">
              <a:t>&lt;#&gt;</a:t>
            </a:fld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C95A83C-C4E0-4696-8007-4A72A398C26D}" type="slidenum">
              <a:t>&lt;#&gt;</a:t>
            </a:fld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62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3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4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5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66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67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68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69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0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1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72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slideLayout" Target="../slideLayouts/slideLayout73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slideLayout" Target="../slideLayouts/slideLayout74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slideLayout" Target="../slideLayouts/slideLayout75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slideLayout" Target="../slideLayouts/slideLayout76.xml"/>
</Relationships>
</file>

<file path=ppt/slideMasters/_rels/slideMaster77.xml.rels><?xml version="1.0" encoding="UTF-8"?>
<Relationships xmlns="http://schemas.openxmlformats.org/package/2006/relationships"><Relationship Id="rId1" Type="http://schemas.openxmlformats.org/officeDocument/2006/relationships/theme" Target="../theme/theme77.xml"/><Relationship Id="rId2" Type="http://schemas.openxmlformats.org/officeDocument/2006/relationships/slideLayout" Target="../slideLayouts/slideLayout77.xml"/>
</Relationships>
</file>

<file path=ppt/slideMasters/_rels/slideMaster78.xml.rels><?xml version="1.0" encoding="UTF-8"?>
<Relationships xmlns="http://schemas.openxmlformats.org/package/2006/relationships"><Relationship Id="rId1" Type="http://schemas.openxmlformats.org/officeDocument/2006/relationships/theme" Target="../theme/theme78.xml"/><Relationship Id="rId2" Type="http://schemas.openxmlformats.org/officeDocument/2006/relationships/slideLayout" Target="../slideLayouts/slideLayout78.xml"/>
</Relationships>
</file>

<file path=ppt/slideMasters/_rels/slideMaster79.xml.rels><?xml version="1.0" encoding="UTF-8"?>
<Relationships xmlns="http://schemas.openxmlformats.org/package/2006/relationships"><Relationship Id="rId1" Type="http://schemas.openxmlformats.org/officeDocument/2006/relationships/theme" Target="../theme/theme79.xml"/><Relationship Id="rId2" Type="http://schemas.openxmlformats.org/officeDocument/2006/relationships/slideLayout" Target="../slideLayouts/slideLayout79.xml"/>
</Relationships>
</file>

<file path=ppt/slideMasters/_rels/slideMaster80.xml.rels><?xml version="1.0" encoding="UTF-8"?>
<Relationships xmlns="http://schemas.openxmlformats.org/package/2006/relationships"><Relationship Id="rId1" Type="http://schemas.openxmlformats.org/officeDocument/2006/relationships/theme" Target="../theme/theme80.xml"/><Relationship Id="rId2" Type="http://schemas.openxmlformats.org/officeDocument/2006/relationships/slideLayout" Target="../slideLayouts/slideLayout80.xml"/>
</Relationships>
</file>

<file path=ppt/slideMasters/_rels/slideMaster81.xml.rels><?xml version="1.0" encoding="UTF-8"?>
<Relationships xmlns="http://schemas.openxmlformats.org/package/2006/relationships"><Relationship Id="rId1" Type="http://schemas.openxmlformats.org/officeDocument/2006/relationships/theme" Target="../theme/theme81.xml"/><Relationship Id="rId2" Type="http://schemas.openxmlformats.org/officeDocument/2006/relationships/slideLayout" Target="../slideLayouts/slideLayout81.xml"/>
</Relationships>
</file>

<file path=ppt/slideMasters/_rels/slideMaster82.xml.rels><?xml version="1.0" encoding="UTF-8"?>
<Relationships xmlns="http://schemas.openxmlformats.org/package/2006/relationships"><Relationship Id="rId1" Type="http://schemas.openxmlformats.org/officeDocument/2006/relationships/theme" Target="../theme/theme82.xml"/><Relationship Id="rId2" Type="http://schemas.openxmlformats.org/officeDocument/2006/relationships/slideLayout" Target="../slideLayouts/slideLayout82.xml"/>
</Relationships>
</file>

<file path=ppt/slideMasters/_rels/slideMaster83.xml.rels><?xml version="1.0" encoding="UTF-8"?>
<Relationships xmlns="http://schemas.openxmlformats.org/package/2006/relationships"><Relationship Id="rId1" Type="http://schemas.openxmlformats.org/officeDocument/2006/relationships/theme" Target="../theme/theme83.xml"/><Relationship Id="rId2" Type="http://schemas.openxmlformats.org/officeDocument/2006/relationships/slideLayout" Target="../slideLayouts/slideLayout83.xml"/>
</Relationships>
</file>

<file path=ppt/slideMasters/_rels/slideMaster84.xml.rels><?xml version="1.0" encoding="UTF-8"?>
<Relationships xmlns="http://schemas.openxmlformats.org/package/2006/relationships"><Relationship Id="rId1" Type="http://schemas.openxmlformats.org/officeDocument/2006/relationships/theme" Target="../theme/theme84.xml"/><Relationship Id="rId2" Type="http://schemas.openxmlformats.org/officeDocument/2006/relationships/slideLayout" Target="../slideLayouts/slideLayout84.xml"/>
</Relationships>
</file>

<file path=ppt/slideMasters/_rels/slideMaster85.xml.rels><?xml version="1.0" encoding="UTF-8"?>
<Relationships xmlns="http://schemas.openxmlformats.org/package/2006/relationships"><Relationship Id="rId1" Type="http://schemas.openxmlformats.org/officeDocument/2006/relationships/theme" Target="../theme/theme85.xml"/><Relationship Id="rId2" Type="http://schemas.openxmlformats.org/officeDocument/2006/relationships/slideLayout" Target="../slideLayouts/slideLayout85.xml"/>
</Relationships>
</file>

<file path=ppt/slideMasters/_rels/slideMaster86.xml.rels><?xml version="1.0" encoding="UTF-8"?>
<Relationships xmlns="http://schemas.openxmlformats.org/package/2006/relationships"><Relationship Id="rId1" Type="http://schemas.openxmlformats.org/officeDocument/2006/relationships/theme" Target="../theme/theme86.xml"/><Relationship Id="rId2" Type="http://schemas.openxmlformats.org/officeDocument/2006/relationships/slideLayout" Target="../slideLayouts/slideLayout86.xml"/>
</Relationships>
</file>

<file path=ppt/slideMasters/_rels/slideMaster87.xml.rels><?xml version="1.0" encoding="UTF-8"?>
<Relationships xmlns="http://schemas.openxmlformats.org/package/2006/relationships"><Relationship Id="rId1" Type="http://schemas.openxmlformats.org/officeDocument/2006/relationships/theme" Target="../theme/theme87.xml"/><Relationship Id="rId2" Type="http://schemas.openxmlformats.org/officeDocument/2006/relationships/slideLayout" Target="../slideLayouts/slideLayout87.xml"/>
</Relationships>
</file>

<file path=ppt/slideMasters/_rels/slideMaster88.xml.rels><?xml version="1.0" encoding="UTF-8"?>
<Relationships xmlns="http://schemas.openxmlformats.org/package/2006/relationships"><Relationship Id="rId1" Type="http://schemas.openxmlformats.org/officeDocument/2006/relationships/theme" Target="../theme/theme88.xml"/><Relationship Id="rId2" Type="http://schemas.openxmlformats.org/officeDocument/2006/relationships/slideLayout" Target="../slideLayouts/slideLayout88.xml"/>
</Relationships>
</file>

<file path=ppt/slideMasters/_rels/slideMaster89.xml.rels><?xml version="1.0" encoding="UTF-8"?>
<Relationships xmlns="http://schemas.openxmlformats.org/package/2006/relationships"><Relationship Id="rId1" Type="http://schemas.openxmlformats.org/officeDocument/2006/relationships/theme" Target="../theme/theme89.xml"/><Relationship Id="rId2" Type="http://schemas.openxmlformats.org/officeDocument/2006/relationships/slideLayout" Target="../slideLayouts/slideLayout89.xml"/>
</Relationships>
</file>

<file path=ppt/slideMasters/_rels/slideMaster90.xml.rels><?xml version="1.0" encoding="UTF-8"?>
<Relationships xmlns="http://schemas.openxmlformats.org/package/2006/relationships"><Relationship Id="rId1" Type="http://schemas.openxmlformats.org/officeDocument/2006/relationships/theme" Target="../theme/theme90.xml"/><Relationship Id="rId2" Type="http://schemas.openxmlformats.org/officeDocument/2006/relationships/slideLayout" Target="../slideLayouts/slideLayout90.xml"/>
</Relationships>
</file>

<file path=ppt/slideMasters/_rels/slideMaster91.xml.rels><?xml version="1.0" encoding="UTF-8"?>
<Relationships xmlns="http://schemas.openxmlformats.org/package/2006/relationships"><Relationship Id="rId1" Type="http://schemas.openxmlformats.org/officeDocument/2006/relationships/theme" Target="../theme/theme91.xml"/><Relationship Id="rId2" Type="http://schemas.openxmlformats.org/officeDocument/2006/relationships/slideLayout" Target="../slideLayouts/slideLayout91.xml"/>
</Relationships>
</file>

<file path=ppt/slideMasters/_rels/slideMaster92.xml.rels><?xml version="1.0" encoding="UTF-8"?>
<Relationships xmlns="http://schemas.openxmlformats.org/package/2006/relationships"><Relationship Id="rId1" Type="http://schemas.openxmlformats.org/officeDocument/2006/relationships/theme" Target="../theme/theme92.xml"/><Relationship Id="rId2" Type="http://schemas.openxmlformats.org/officeDocument/2006/relationships/slideLayout" Target="../slideLayouts/slideLayout92.xml"/>
</Relationships>
</file>

<file path=ppt/slideMasters/_rels/slideMaster93.xml.rels><?xml version="1.0" encoding="UTF-8"?>
<Relationships xmlns="http://schemas.openxmlformats.org/package/2006/relationships"><Relationship Id="rId1" Type="http://schemas.openxmlformats.org/officeDocument/2006/relationships/theme" Target="../theme/theme93.xml"/><Relationship Id="rId2" Type="http://schemas.openxmlformats.org/officeDocument/2006/relationships/slideLayout" Target="../slideLayouts/slideLayout93.xml"/>
</Relationships>
</file>

<file path=ppt/slideMasters/_rels/slideMaster94.xml.rels><?xml version="1.0" encoding="UTF-8"?>
<Relationships xmlns="http://schemas.openxmlformats.org/package/2006/relationships"><Relationship Id="rId1" Type="http://schemas.openxmlformats.org/officeDocument/2006/relationships/theme" Target="../theme/theme94.xml"/><Relationship Id="rId2" Type="http://schemas.openxmlformats.org/officeDocument/2006/relationships/slideLayout" Target="../slideLayouts/slideLayout94.xml"/>
</Relationships>
</file>

<file path=ppt/slideMasters/_rels/slideMaster95.xml.rels><?xml version="1.0" encoding="UTF-8"?>
<Relationships xmlns="http://schemas.openxmlformats.org/package/2006/relationships"><Relationship Id="rId1" Type="http://schemas.openxmlformats.org/officeDocument/2006/relationships/theme" Target="../theme/theme95.xml"/><Relationship Id="rId2" Type="http://schemas.openxmlformats.org/officeDocument/2006/relationships/slideLayout" Target="../slideLayouts/slideLayout95.xml"/>
</Relationships>
</file>

<file path=ppt/slideMasters/_rels/slideMaster96.xml.rels><?xml version="1.0" encoding="UTF-8"?>
<Relationships xmlns="http://schemas.openxmlformats.org/package/2006/relationships"><Relationship Id="rId1" Type="http://schemas.openxmlformats.org/officeDocument/2006/relationships/theme" Target="../theme/theme96.xml"/><Relationship Id="rId2" Type="http://schemas.openxmlformats.org/officeDocument/2006/relationships/slideLayout" Target="../slideLayouts/slideLayout96.xml"/>
</Relationships>
</file>

<file path=ppt/slideMasters/_rels/slideMaster97.xml.rels><?xml version="1.0" encoding="UTF-8"?>
<Relationships xmlns="http://schemas.openxmlformats.org/package/2006/relationships"><Relationship Id="rId1" Type="http://schemas.openxmlformats.org/officeDocument/2006/relationships/theme" Target="../theme/theme97.xml"/><Relationship Id="rId2" Type="http://schemas.openxmlformats.org/officeDocument/2006/relationships/slideLayout" Target="../slideLayouts/slideLayout97.xml"/>
</Relationships>
</file>

<file path=ppt/slideMasters/_rels/slideMaster98.xml.rels><?xml version="1.0" encoding="UTF-8"?>
<Relationships xmlns="http://schemas.openxmlformats.org/package/2006/relationships"><Relationship Id="rId1" Type="http://schemas.openxmlformats.org/officeDocument/2006/relationships/theme" Target="../theme/theme98.xml"/><Relationship Id="rId2" Type="http://schemas.openxmlformats.org/officeDocument/2006/relationships/slideLayout" Target="../slideLayouts/slideLayout9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0;p2" descr=""/>
          <p:cNvPicPr/>
          <p:nvPr/>
        </p:nvPicPr>
        <p:blipFill>
          <a:blip r:embed="rId2"/>
          <a:srcRect l="0" t="53792" r="49305" b="0"/>
          <a:stretch/>
        </p:blipFill>
        <p:spPr>
          <a:xfrm>
            <a:off x="6996240" y="0"/>
            <a:ext cx="2147400" cy="2376360"/>
          </a:xfrm>
          <a:prstGeom prst="rect">
            <a:avLst/>
          </a:prstGeom>
          <a:ln w="0">
            <a:noFill/>
          </a:ln>
        </p:spPr>
      </p:pic>
      <p:sp>
        <p:nvSpPr>
          <p:cNvPr id="1" name="Google Shape;11;p2"/>
          <p:cNvSpPr/>
          <p:nvPr/>
        </p:nvSpPr>
        <p:spPr>
          <a:xfrm rot="7602000">
            <a:off x="1184760" y="-2992320"/>
            <a:ext cx="11804400" cy="6869520"/>
          </a:xfrm>
          <a:custGeom>
            <a:avLst/>
            <a:gdLst>
              <a:gd name="textAreaLeft" fmla="*/ 0 w 11804400"/>
              <a:gd name="textAreaRight" fmla="*/ 11804760 w 11804400"/>
              <a:gd name="textAreaTop" fmla="*/ 0 h 6869520"/>
              <a:gd name="textAreaBottom" fmla="*/ 6869880 h 6869520"/>
            </a:gdLst>
            <a:ahLst/>
            <a:rect l="textAreaLeft" t="textAreaTop" r="textAreaRight" b="textAreaBottom"/>
            <a:pathLst>
              <a:path w="33488" h="19489">
                <a:moveTo>
                  <a:pt x="0" y="5480"/>
                </a:moveTo>
                <a:cubicBezTo>
                  <a:pt x="4083" y="3995"/>
                  <a:pt x="8956" y="3778"/>
                  <a:pt x="13034" y="5280"/>
                </a:cubicBezTo>
                <a:cubicBezTo>
                  <a:pt x="17705" y="7000"/>
                  <a:pt x="22916" y="16554"/>
                  <a:pt x="18649" y="19116"/>
                </a:cubicBezTo>
                <a:cubicBezTo>
                  <a:pt x="14717" y="21477"/>
                  <a:pt x="11737" y="9928"/>
                  <a:pt x="14237" y="6082"/>
                </a:cubicBezTo>
                <a:cubicBezTo>
                  <a:pt x="17901" y="445"/>
                  <a:pt x="26769" y="-175"/>
                  <a:pt x="33488" y="66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Google Shape;12;p2" descr=""/>
          <p:cNvPicPr/>
          <p:nvPr/>
        </p:nvPicPr>
        <p:blipFill>
          <a:blip r:embed="rId3"/>
          <a:srcRect l="18882" t="0" r="0" b="67899"/>
          <a:stretch/>
        </p:blipFill>
        <p:spPr>
          <a:xfrm>
            <a:off x="0" y="2451600"/>
            <a:ext cx="6802560" cy="26917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30120" y="1565640"/>
            <a:ext cx="6683400" cy="172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ic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tit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Google Shape;15;p2"/>
          <p:cNvSpPr/>
          <p:nvPr/>
        </p:nvSpPr>
        <p:spPr>
          <a:xfrm>
            <a:off x="4453560" y="0"/>
            <a:ext cx="4698000" cy="5142960"/>
          </a:xfrm>
          <a:custGeom>
            <a:avLst/>
            <a:gdLst>
              <a:gd name="textAreaLeft" fmla="*/ 0 w 4698000"/>
              <a:gd name="textAreaRight" fmla="*/ 4698360 w 4698000"/>
              <a:gd name="textAreaTop" fmla="*/ 0 h 5142960"/>
              <a:gd name="textAreaBottom" fmla="*/ 5143320 h 5142960"/>
            </a:gdLst>
            <a:ahLst/>
            <a:rect l="textAreaLeft" t="textAreaTop" r="textAreaRight" b="textAreaBottom"/>
            <a:pathLst>
              <a:path w="146819" h="160734">
                <a:moveTo>
                  <a:pt x="0" y="0"/>
                </a:moveTo>
                <a:lnTo>
                  <a:pt x="1600" y="1079"/>
                </a:lnTo>
                <a:lnTo>
                  <a:pt x="3200" y="2121"/>
                </a:lnTo>
                <a:lnTo>
                  <a:pt x="4800" y="3088"/>
                </a:lnTo>
                <a:lnTo>
                  <a:pt x="6362" y="4056"/>
                </a:lnTo>
                <a:lnTo>
                  <a:pt x="9376" y="5804"/>
                </a:lnTo>
                <a:lnTo>
                  <a:pt x="12204" y="7367"/>
                </a:lnTo>
                <a:lnTo>
                  <a:pt x="15292" y="9004"/>
                </a:lnTo>
                <a:lnTo>
                  <a:pt x="18306" y="10530"/>
                </a:lnTo>
                <a:lnTo>
                  <a:pt x="21282" y="11981"/>
                </a:lnTo>
                <a:lnTo>
                  <a:pt x="24222" y="13320"/>
                </a:lnTo>
                <a:lnTo>
                  <a:pt x="27087" y="14622"/>
                </a:lnTo>
                <a:lnTo>
                  <a:pt x="29915" y="15813"/>
                </a:lnTo>
                <a:lnTo>
                  <a:pt x="32705" y="16929"/>
                </a:lnTo>
                <a:lnTo>
                  <a:pt x="35496" y="17934"/>
                </a:lnTo>
                <a:lnTo>
                  <a:pt x="38733" y="19087"/>
                </a:lnTo>
                <a:lnTo>
                  <a:pt x="40332" y="19608"/>
                </a:lnTo>
                <a:lnTo>
                  <a:pt x="41932" y="20092"/>
                </a:lnTo>
                <a:lnTo>
                  <a:pt x="43495" y="20538"/>
                </a:lnTo>
                <a:lnTo>
                  <a:pt x="45058" y="20985"/>
                </a:lnTo>
                <a:lnTo>
                  <a:pt x="46620" y="21394"/>
                </a:lnTo>
                <a:lnTo>
                  <a:pt x="48183" y="21803"/>
                </a:lnTo>
                <a:lnTo>
                  <a:pt x="49709" y="22138"/>
                </a:lnTo>
                <a:lnTo>
                  <a:pt x="51271" y="22473"/>
                </a:lnTo>
                <a:lnTo>
                  <a:pt x="52797" y="22771"/>
                </a:lnTo>
                <a:lnTo>
                  <a:pt x="54322" y="23068"/>
                </a:lnTo>
                <a:lnTo>
                  <a:pt x="55811" y="23292"/>
                </a:lnTo>
                <a:lnTo>
                  <a:pt x="57336" y="23515"/>
                </a:lnTo>
                <a:lnTo>
                  <a:pt x="58824" y="23738"/>
                </a:lnTo>
                <a:lnTo>
                  <a:pt x="60350" y="23887"/>
                </a:lnTo>
                <a:lnTo>
                  <a:pt x="64591" y="24185"/>
                </a:lnTo>
                <a:lnTo>
                  <a:pt x="68759" y="24371"/>
                </a:lnTo>
                <a:lnTo>
                  <a:pt x="72926" y="24482"/>
                </a:lnTo>
                <a:lnTo>
                  <a:pt x="77019" y="24519"/>
                </a:lnTo>
                <a:lnTo>
                  <a:pt x="80070" y="24519"/>
                </a:lnTo>
                <a:lnTo>
                  <a:pt x="83121" y="24445"/>
                </a:lnTo>
                <a:lnTo>
                  <a:pt x="86134" y="24333"/>
                </a:lnTo>
                <a:lnTo>
                  <a:pt x="89111" y="24185"/>
                </a:lnTo>
                <a:lnTo>
                  <a:pt x="92087" y="23961"/>
                </a:lnTo>
                <a:lnTo>
                  <a:pt x="94990" y="23738"/>
                </a:lnTo>
                <a:lnTo>
                  <a:pt x="97929" y="23440"/>
                </a:lnTo>
                <a:lnTo>
                  <a:pt x="100794" y="23106"/>
                </a:lnTo>
                <a:lnTo>
                  <a:pt x="103659" y="22733"/>
                </a:lnTo>
                <a:lnTo>
                  <a:pt x="106487" y="22324"/>
                </a:lnTo>
                <a:lnTo>
                  <a:pt x="109314" y="21878"/>
                </a:lnTo>
                <a:lnTo>
                  <a:pt x="112068" y="21357"/>
                </a:lnTo>
                <a:lnTo>
                  <a:pt x="114821" y="20836"/>
                </a:lnTo>
                <a:lnTo>
                  <a:pt x="117574" y="20241"/>
                </a:lnTo>
                <a:lnTo>
                  <a:pt x="120253" y="19608"/>
                </a:lnTo>
                <a:lnTo>
                  <a:pt x="122932" y="18938"/>
                </a:lnTo>
                <a:lnTo>
                  <a:pt x="124978" y="18380"/>
                </a:lnTo>
                <a:lnTo>
                  <a:pt x="127062" y="17785"/>
                </a:lnTo>
                <a:lnTo>
                  <a:pt x="129108" y="17152"/>
                </a:lnTo>
                <a:lnTo>
                  <a:pt x="131118" y="16520"/>
                </a:lnTo>
                <a:lnTo>
                  <a:pt x="131973" y="18678"/>
                </a:lnTo>
                <a:lnTo>
                  <a:pt x="132755" y="20873"/>
                </a:lnTo>
                <a:lnTo>
                  <a:pt x="133462" y="23106"/>
                </a:lnTo>
                <a:lnTo>
                  <a:pt x="134131" y="25338"/>
                </a:lnTo>
                <a:lnTo>
                  <a:pt x="134764" y="27608"/>
                </a:lnTo>
                <a:lnTo>
                  <a:pt x="135322" y="29914"/>
                </a:lnTo>
                <a:lnTo>
                  <a:pt x="135843" y="32258"/>
                </a:lnTo>
                <a:lnTo>
                  <a:pt x="136289" y="34602"/>
                </a:lnTo>
                <a:lnTo>
                  <a:pt x="136550" y="36128"/>
                </a:lnTo>
                <a:lnTo>
                  <a:pt x="136810" y="37691"/>
                </a:lnTo>
                <a:lnTo>
                  <a:pt x="137034" y="39291"/>
                </a:lnTo>
                <a:lnTo>
                  <a:pt x="137220" y="40890"/>
                </a:lnTo>
                <a:lnTo>
                  <a:pt x="137406" y="42490"/>
                </a:lnTo>
                <a:lnTo>
                  <a:pt x="137554" y="44090"/>
                </a:lnTo>
                <a:lnTo>
                  <a:pt x="137666" y="45727"/>
                </a:lnTo>
                <a:lnTo>
                  <a:pt x="137778" y="47364"/>
                </a:lnTo>
                <a:lnTo>
                  <a:pt x="137852" y="49002"/>
                </a:lnTo>
                <a:lnTo>
                  <a:pt x="137889" y="50639"/>
                </a:lnTo>
                <a:lnTo>
                  <a:pt x="137927" y="52313"/>
                </a:lnTo>
                <a:lnTo>
                  <a:pt x="137964" y="54024"/>
                </a:lnTo>
                <a:lnTo>
                  <a:pt x="137927" y="55699"/>
                </a:lnTo>
                <a:lnTo>
                  <a:pt x="137889" y="57410"/>
                </a:lnTo>
                <a:lnTo>
                  <a:pt x="137852" y="59122"/>
                </a:lnTo>
                <a:lnTo>
                  <a:pt x="137778" y="60833"/>
                </a:lnTo>
                <a:lnTo>
                  <a:pt x="137666" y="62582"/>
                </a:lnTo>
                <a:lnTo>
                  <a:pt x="137517" y="64331"/>
                </a:lnTo>
                <a:lnTo>
                  <a:pt x="137182" y="67865"/>
                </a:lnTo>
                <a:lnTo>
                  <a:pt x="136773" y="71400"/>
                </a:lnTo>
                <a:lnTo>
                  <a:pt x="136252" y="75009"/>
                </a:lnTo>
                <a:lnTo>
                  <a:pt x="135657" y="78655"/>
                </a:lnTo>
                <a:lnTo>
                  <a:pt x="134950" y="82339"/>
                </a:lnTo>
                <a:lnTo>
                  <a:pt x="134169" y="86060"/>
                </a:lnTo>
                <a:lnTo>
                  <a:pt x="133276" y="89818"/>
                </a:lnTo>
                <a:lnTo>
                  <a:pt x="132494" y="92869"/>
                </a:lnTo>
                <a:lnTo>
                  <a:pt x="131676" y="95920"/>
                </a:lnTo>
                <a:lnTo>
                  <a:pt x="130783" y="99008"/>
                </a:lnTo>
                <a:lnTo>
                  <a:pt x="129853" y="102133"/>
                </a:lnTo>
                <a:lnTo>
                  <a:pt x="128811" y="105258"/>
                </a:lnTo>
                <a:lnTo>
                  <a:pt x="127769" y="108384"/>
                </a:lnTo>
                <a:lnTo>
                  <a:pt x="126653" y="111546"/>
                </a:lnTo>
                <a:lnTo>
                  <a:pt x="125462" y="114746"/>
                </a:lnTo>
                <a:lnTo>
                  <a:pt x="124197" y="117946"/>
                </a:lnTo>
                <a:lnTo>
                  <a:pt x="122932" y="121183"/>
                </a:lnTo>
                <a:lnTo>
                  <a:pt x="121555" y="124420"/>
                </a:lnTo>
                <a:lnTo>
                  <a:pt x="120142" y="127657"/>
                </a:lnTo>
                <a:lnTo>
                  <a:pt x="118691" y="130931"/>
                </a:lnTo>
                <a:lnTo>
                  <a:pt x="117165" y="134243"/>
                </a:lnTo>
                <a:lnTo>
                  <a:pt x="115602" y="137517"/>
                </a:lnTo>
                <a:lnTo>
                  <a:pt x="113965" y="140865"/>
                </a:lnTo>
                <a:lnTo>
                  <a:pt x="112626" y="143507"/>
                </a:lnTo>
                <a:lnTo>
                  <a:pt x="111249" y="146149"/>
                </a:lnTo>
                <a:lnTo>
                  <a:pt x="109910" y="148716"/>
                </a:lnTo>
                <a:lnTo>
                  <a:pt x="108533" y="151209"/>
                </a:lnTo>
                <a:lnTo>
                  <a:pt x="107194" y="153665"/>
                </a:lnTo>
                <a:lnTo>
                  <a:pt x="105817" y="156083"/>
                </a:lnTo>
                <a:lnTo>
                  <a:pt x="103138" y="160734"/>
                </a:lnTo>
                <a:lnTo>
                  <a:pt x="103845" y="160734"/>
                </a:lnTo>
                <a:lnTo>
                  <a:pt x="106487" y="156158"/>
                </a:lnTo>
                <a:lnTo>
                  <a:pt x="107826" y="153776"/>
                </a:lnTo>
                <a:lnTo>
                  <a:pt x="109165" y="151358"/>
                </a:lnTo>
                <a:lnTo>
                  <a:pt x="110505" y="148865"/>
                </a:lnTo>
                <a:lnTo>
                  <a:pt x="111844" y="146335"/>
                </a:lnTo>
                <a:lnTo>
                  <a:pt x="113147" y="143768"/>
                </a:lnTo>
                <a:lnTo>
                  <a:pt x="114486" y="141126"/>
                </a:lnTo>
                <a:lnTo>
                  <a:pt x="116123" y="137815"/>
                </a:lnTo>
                <a:lnTo>
                  <a:pt x="117686" y="134503"/>
                </a:lnTo>
                <a:lnTo>
                  <a:pt x="119211" y="131192"/>
                </a:lnTo>
                <a:lnTo>
                  <a:pt x="120700" y="127917"/>
                </a:lnTo>
                <a:lnTo>
                  <a:pt x="122114" y="124643"/>
                </a:lnTo>
                <a:lnTo>
                  <a:pt x="123453" y="121406"/>
                </a:lnTo>
                <a:lnTo>
                  <a:pt x="124755" y="118169"/>
                </a:lnTo>
                <a:lnTo>
                  <a:pt x="126020" y="114969"/>
                </a:lnTo>
                <a:lnTo>
                  <a:pt x="127211" y="111770"/>
                </a:lnTo>
                <a:lnTo>
                  <a:pt x="128327" y="108607"/>
                </a:lnTo>
                <a:lnTo>
                  <a:pt x="129406" y="105444"/>
                </a:lnTo>
                <a:lnTo>
                  <a:pt x="130411" y="102282"/>
                </a:lnTo>
                <a:lnTo>
                  <a:pt x="131341" y="99194"/>
                </a:lnTo>
                <a:lnTo>
                  <a:pt x="132234" y="96106"/>
                </a:lnTo>
                <a:lnTo>
                  <a:pt x="133090" y="93017"/>
                </a:lnTo>
                <a:lnTo>
                  <a:pt x="133871" y="89966"/>
                </a:lnTo>
                <a:lnTo>
                  <a:pt x="134764" y="86208"/>
                </a:lnTo>
                <a:lnTo>
                  <a:pt x="135545" y="82451"/>
                </a:lnTo>
                <a:lnTo>
                  <a:pt x="136252" y="78767"/>
                </a:lnTo>
                <a:lnTo>
                  <a:pt x="136848" y="75121"/>
                </a:lnTo>
                <a:lnTo>
                  <a:pt x="137368" y="71475"/>
                </a:lnTo>
                <a:lnTo>
                  <a:pt x="137778" y="67903"/>
                </a:lnTo>
                <a:lnTo>
                  <a:pt x="138113" y="64368"/>
                </a:lnTo>
                <a:lnTo>
                  <a:pt x="138261" y="62619"/>
                </a:lnTo>
                <a:lnTo>
                  <a:pt x="138373" y="60871"/>
                </a:lnTo>
                <a:lnTo>
                  <a:pt x="138447" y="59122"/>
                </a:lnTo>
                <a:lnTo>
                  <a:pt x="138485" y="57410"/>
                </a:lnTo>
                <a:lnTo>
                  <a:pt x="138522" y="55699"/>
                </a:lnTo>
                <a:lnTo>
                  <a:pt x="138559" y="53987"/>
                </a:lnTo>
                <a:lnTo>
                  <a:pt x="138522" y="52313"/>
                </a:lnTo>
                <a:lnTo>
                  <a:pt x="138485" y="50639"/>
                </a:lnTo>
                <a:lnTo>
                  <a:pt x="138447" y="48964"/>
                </a:lnTo>
                <a:lnTo>
                  <a:pt x="138373" y="47327"/>
                </a:lnTo>
                <a:lnTo>
                  <a:pt x="138261" y="45653"/>
                </a:lnTo>
                <a:lnTo>
                  <a:pt x="138113" y="44016"/>
                </a:lnTo>
                <a:lnTo>
                  <a:pt x="137964" y="42416"/>
                </a:lnTo>
                <a:lnTo>
                  <a:pt x="137815" y="40816"/>
                </a:lnTo>
                <a:lnTo>
                  <a:pt x="137592" y="39216"/>
                </a:lnTo>
                <a:lnTo>
                  <a:pt x="137368" y="37616"/>
                </a:lnTo>
                <a:lnTo>
                  <a:pt x="137145" y="36054"/>
                </a:lnTo>
                <a:lnTo>
                  <a:pt x="136885" y="34491"/>
                </a:lnTo>
                <a:lnTo>
                  <a:pt x="136401" y="32110"/>
                </a:lnTo>
                <a:lnTo>
                  <a:pt x="135917" y="29803"/>
                </a:lnTo>
                <a:lnTo>
                  <a:pt x="135359" y="27496"/>
                </a:lnTo>
                <a:lnTo>
                  <a:pt x="134727" y="25189"/>
                </a:lnTo>
                <a:lnTo>
                  <a:pt x="134057" y="22957"/>
                </a:lnTo>
                <a:lnTo>
                  <a:pt x="133313" y="20724"/>
                </a:lnTo>
                <a:lnTo>
                  <a:pt x="132532" y="18492"/>
                </a:lnTo>
                <a:lnTo>
                  <a:pt x="131676" y="16334"/>
                </a:lnTo>
                <a:lnTo>
                  <a:pt x="133648" y="15664"/>
                </a:lnTo>
                <a:lnTo>
                  <a:pt x="135545" y="14994"/>
                </a:lnTo>
                <a:lnTo>
                  <a:pt x="137480" y="14287"/>
                </a:lnTo>
                <a:lnTo>
                  <a:pt x="139378" y="13581"/>
                </a:lnTo>
                <a:lnTo>
                  <a:pt x="141238" y="12836"/>
                </a:lnTo>
                <a:lnTo>
                  <a:pt x="143136" y="12055"/>
                </a:lnTo>
                <a:lnTo>
                  <a:pt x="144996" y="11236"/>
                </a:lnTo>
                <a:lnTo>
                  <a:pt x="146819" y="10418"/>
                </a:lnTo>
                <a:lnTo>
                  <a:pt x="146819" y="9785"/>
                </a:lnTo>
                <a:lnTo>
                  <a:pt x="144959" y="10604"/>
                </a:lnTo>
                <a:lnTo>
                  <a:pt x="143061" y="11423"/>
                </a:lnTo>
                <a:lnTo>
                  <a:pt x="141164" y="12204"/>
                </a:lnTo>
                <a:lnTo>
                  <a:pt x="139266" y="12985"/>
                </a:lnTo>
                <a:lnTo>
                  <a:pt x="137331" y="13729"/>
                </a:lnTo>
                <a:lnTo>
                  <a:pt x="135396" y="14436"/>
                </a:lnTo>
                <a:lnTo>
                  <a:pt x="133424" y="15106"/>
                </a:lnTo>
                <a:lnTo>
                  <a:pt x="131453" y="15776"/>
                </a:lnTo>
                <a:lnTo>
                  <a:pt x="130597" y="13729"/>
                </a:lnTo>
                <a:lnTo>
                  <a:pt x="129667" y="11683"/>
                </a:lnTo>
                <a:lnTo>
                  <a:pt x="128699" y="9674"/>
                </a:lnTo>
                <a:lnTo>
                  <a:pt x="127695" y="7665"/>
                </a:lnTo>
                <a:lnTo>
                  <a:pt x="126616" y="5730"/>
                </a:lnTo>
                <a:lnTo>
                  <a:pt x="125499" y="3795"/>
                </a:lnTo>
                <a:lnTo>
                  <a:pt x="124309" y="1860"/>
                </a:lnTo>
                <a:lnTo>
                  <a:pt x="123081" y="0"/>
                </a:lnTo>
                <a:lnTo>
                  <a:pt x="122374" y="0"/>
                </a:lnTo>
                <a:lnTo>
                  <a:pt x="123639" y="1898"/>
                </a:lnTo>
                <a:lnTo>
                  <a:pt x="124830" y="3832"/>
                </a:lnTo>
                <a:lnTo>
                  <a:pt x="125946" y="5767"/>
                </a:lnTo>
                <a:lnTo>
                  <a:pt x="127062" y="7739"/>
                </a:lnTo>
                <a:lnTo>
                  <a:pt x="128104" y="9785"/>
                </a:lnTo>
                <a:lnTo>
                  <a:pt x="129071" y="11795"/>
                </a:lnTo>
                <a:lnTo>
                  <a:pt x="130001" y="13878"/>
                </a:lnTo>
                <a:lnTo>
                  <a:pt x="130894" y="15962"/>
                </a:lnTo>
                <a:lnTo>
                  <a:pt x="128885" y="16594"/>
                </a:lnTo>
                <a:lnTo>
                  <a:pt x="126876" y="17227"/>
                </a:lnTo>
                <a:lnTo>
                  <a:pt x="124830" y="17785"/>
                </a:lnTo>
                <a:lnTo>
                  <a:pt x="122783" y="18343"/>
                </a:lnTo>
                <a:lnTo>
                  <a:pt x="119211" y="19236"/>
                </a:lnTo>
                <a:lnTo>
                  <a:pt x="115602" y="20055"/>
                </a:lnTo>
                <a:lnTo>
                  <a:pt x="111956" y="20799"/>
                </a:lnTo>
                <a:lnTo>
                  <a:pt x="108273" y="21431"/>
                </a:lnTo>
                <a:lnTo>
                  <a:pt x="104515" y="22027"/>
                </a:lnTo>
                <a:lnTo>
                  <a:pt x="100719" y="22547"/>
                </a:lnTo>
                <a:lnTo>
                  <a:pt x="96887" y="22957"/>
                </a:lnTo>
                <a:lnTo>
                  <a:pt x="93018" y="23292"/>
                </a:lnTo>
                <a:lnTo>
                  <a:pt x="89074" y="23589"/>
                </a:lnTo>
                <a:lnTo>
                  <a:pt x="85093" y="23775"/>
                </a:lnTo>
                <a:lnTo>
                  <a:pt x="81074" y="23887"/>
                </a:lnTo>
                <a:lnTo>
                  <a:pt x="77019" y="23924"/>
                </a:lnTo>
                <a:lnTo>
                  <a:pt x="72926" y="23887"/>
                </a:lnTo>
                <a:lnTo>
                  <a:pt x="68796" y="23775"/>
                </a:lnTo>
                <a:lnTo>
                  <a:pt x="64629" y="23589"/>
                </a:lnTo>
                <a:lnTo>
                  <a:pt x="60387" y="23292"/>
                </a:lnTo>
                <a:lnTo>
                  <a:pt x="57634" y="22957"/>
                </a:lnTo>
                <a:lnTo>
                  <a:pt x="54880" y="22547"/>
                </a:lnTo>
                <a:lnTo>
                  <a:pt x="52090" y="22027"/>
                </a:lnTo>
                <a:lnTo>
                  <a:pt x="49262" y="21431"/>
                </a:lnTo>
                <a:lnTo>
                  <a:pt x="46434" y="20761"/>
                </a:lnTo>
                <a:lnTo>
                  <a:pt x="43569" y="19980"/>
                </a:lnTo>
                <a:lnTo>
                  <a:pt x="40667" y="19087"/>
                </a:lnTo>
                <a:lnTo>
                  <a:pt x="37728" y="18120"/>
                </a:lnTo>
                <a:lnTo>
                  <a:pt x="34714" y="17041"/>
                </a:lnTo>
                <a:lnTo>
                  <a:pt x="31700" y="15887"/>
                </a:lnTo>
                <a:lnTo>
                  <a:pt x="28649" y="14622"/>
                </a:lnTo>
                <a:lnTo>
                  <a:pt x="25524" y="13283"/>
                </a:lnTo>
                <a:lnTo>
                  <a:pt x="22324" y="11832"/>
                </a:lnTo>
                <a:lnTo>
                  <a:pt x="19124" y="10269"/>
                </a:lnTo>
                <a:lnTo>
                  <a:pt x="15813" y="8595"/>
                </a:lnTo>
                <a:lnTo>
                  <a:pt x="12464" y="6846"/>
                </a:lnTo>
                <a:lnTo>
                  <a:pt x="9823" y="5358"/>
                </a:lnTo>
                <a:lnTo>
                  <a:pt x="6995" y="3721"/>
                </a:lnTo>
                <a:lnTo>
                  <a:pt x="5544" y="2865"/>
                </a:lnTo>
                <a:lnTo>
                  <a:pt x="4056" y="1935"/>
                </a:lnTo>
                <a:lnTo>
                  <a:pt x="2567" y="1005"/>
                </a:lnTo>
                <a:lnTo>
                  <a:pt x="1042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Google Shape;16;p2" descr=""/>
          <p:cNvPicPr/>
          <p:nvPr/>
        </p:nvPicPr>
        <p:blipFill>
          <a:blip r:embed="rId4"/>
          <a:srcRect l="55737" t="39437" r="0" b="0"/>
          <a:stretch/>
        </p:blipFill>
        <p:spPr>
          <a:xfrm>
            <a:off x="0" y="0"/>
            <a:ext cx="3589560" cy="4911840"/>
          </a:xfrm>
          <a:prstGeom prst="rect">
            <a:avLst/>
          </a:prstGeom>
          <a:ln w="0">
            <a:noFill/>
          </a:ln>
        </p:spPr>
      </p:pic>
      <p:pic>
        <p:nvPicPr>
          <p:cNvPr id="6" name="Google Shape;17;p2" descr=""/>
          <p:cNvPicPr/>
          <p:nvPr/>
        </p:nvPicPr>
        <p:blipFill>
          <a:blip r:embed="rId5"/>
          <a:srcRect l="0" t="53792" r="0" b="0"/>
          <a:stretch/>
        </p:blipFill>
        <p:spPr>
          <a:xfrm>
            <a:off x="662040" y="0"/>
            <a:ext cx="4236120" cy="237636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8031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Google Shape;128;p11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F38E1141-198C-4F8F-8F19-78ED15B603E3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Google Shape;129;p11"/>
          <p:cNvSpPr/>
          <p:nvPr/>
        </p:nvSpPr>
        <p:spPr>
          <a:xfrm>
            <a:off x="7299720" y="0"/>
            <a:ext cx="1841400" cy="1572120"/>
          </a:xfrm>
          <a:custGeom>
            <a:avLst/>
            <a:gdLst>
              <a:gd name="textAreaLeft" fmla="*/ 0 w 1841400"/>
              <a:gd name="textAreaRight" fmla="*/ 1841760 w 1841400"/>
              <a:gd name="textAreaTop" fmla="*/ 0 h 1572120"/>
              <a:gd name="textAreaBottom" fmla="*/ 1572480 h 1572120"/>
            </a:gdLst>
            <a:ahLst/>
            <a:rect l="textAreaLeft" t="textAreaTop" r="textAreaRight" b="textAreaBottom"/>
            <a:pathLst>
              <a:path w="65894" h="56257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32;p12"/>
          <p:cNvSpPr/>
          <p:nvPr/>
        </p:nvSpPr>
        <p:spPr>
          <a:xfrm rot="5400000">
            <a:off x="-3988080" y="1153080"/>
            <a:ext cx="7977960" cy="7977960"/>
          </a:xfrm>
          <a:prstGeom prst="pie">
            <a:avLst>
              <a:gd name="adj1" fmla="val 10792592"/>
              <a:gd name="adj2" fmla="val 16198514"/>
            </a:avLst>
          </a:prstGeom>
          <a:gradFill rotWithShape="0">
            <a:gsLst>
              <a:gs pos="0">
                <a:srgbClr val="1f1f1f"/>
              </a:gs>
              <a:gs pos="36000">
                <a:srgbClr val="1f1f1f"/>
              </a:gs>
              <a:gs pos="100000">
                <a:srgbClr val="6ad1fa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Google Shape;133;p12"/>
          <p:cNvSpPr/>
          <p:nvPr/>
        </p:nvSpPr>
        <p:spPr>
          <a:xfrm>
            <a:off x="0" y="1985400"/>
            <a:ext cx="3735720" cy="3157560"/>
          </a:xfrm>
          <a:custGeom>
            <a:avLst/>
            <a:gdLst>
              <a:gd name="textAreaLeft" fmla="*/ 0 w 3735720"/>
              <a:gd name="textAreaRight" fmla="*/ 3736080 w 3735720"/>
              <a:gd name="textAreaTop" fmla="*/ 0 h 3157560"/>
              <a:gd name="textAreaBottom" fmla="*/ 3157920 h 3157560"/>
            </a:gdLst>
            <a:ahLst/>
            <a:rect l="textAreaLeft" t="textAreaTop" r="textAreaRight" b="textAreaBottom"/>
            <a:pathLst>
              <a:path w="247921" h="20955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Google Shape;134;p12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0CD6A882-2707-45EB-A059-8300849D1190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06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38;p13" descr=""/>
          <p:cNvPicPr/>
          <p:nvPr/>
        </p:nvPicPr>
        <p:blipFill>
          <a:blip r:embed="rId2"/>
          <a:srcRect l="0" t="51310" r="54481" b="0"/>
          <a:stretch/>
        </p:blipFill>
        <p:spPr>
          <a:xfrm>
            <a:off x="6802920" y="-9360"/>
            <a:ext cx="2340720" cy="2504160"/>
          </a:xfrm>
          <a:prstGeom prst="rect">
            <a:avLst/>
          </a:prstGeom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49200" y="1249200"/>
            <a:ext cx="6645600" cy="284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Google Shape;140;p13"/>
          <p:cNvSpPr/>
          <p:nvPr/>
        </p:nvSpPr>
        <p:spPr>
          <a:xfrm>
            <a:off x="6724800" y="0"/>
            <a:ext cx="2418840" cy="1864080"/>
          </a:xfrm>
          <a:custGeom>
            <a:avLst/>
            <a:gdLst>
              <a:gd name="textAreaLeft" fmla="*/ 0 w 2418840"/>
              <a:gd name="textAreaRight" fmla="*/ 2419200 w 2418840"/>
              <a:gd name="textAreaTop" fmla="*/ 0 h 1864080"/>
              <a:gd name="textAreaBottom" fmla="*/ 1864440 h 1864080"/>
            </a:gdLst>
            <a:ahLst/>
            <a:rect l="textAreaLeft" t="textAreaTop" r="textAreaRight" b="textAreaBottom"/>
            <a:pathLst>
              <a:path w="75605" h="58267">
                <a:moveTo>
                  <a:pt x="0" y="0"/>
                </a:moveTo>
                <a:lnTo>
                  <a:pt x="484" y="781"/>
                </a:lnTo>
                <a:lnTo>
                  <a:pt x="1340" y="2121"/>
                </a:lnTo>
                <a:lnTo>
                  <a:pt x="2382" y="3646"/>
                </a:lnTo>
                <a:lnTo>
                  <a:pt x="3572" y="5358"/>
                </a:lnTo>
                <a:lnTo>
                  <a:pt x="4949" y="7181"/>
                </a:lnTo>
                <a:lnTo>
                  <a:pt x="6512" y="9190"/>
                </a:lnTo>
                <a:lnTo>
                  <a:pt x="8297" y="11311"/>
                </a:lnTo>
                <a:lnTo>
                  <a:pt x="10269" y="13543"/>
                </a:lnTo>
                <a:lnTo>
                  <a:pt x="11348" y="14697"/>
                </a:lnTo>
                <a:lnTo>
                  <a:pt x="12465" y="15887"/>
                </a:lnTo>
                <a:lnTo>
                  <a:pt x="13767" y="17227"/>
                </a:lnTo>
                <a:lnTo>
                  <a:pt x="15106" y="18566"/>
                </a:lnTo>
                <a:lnTo>
                  <a:pt x="16483" y="19906"/>
                </a:lnTo>
                <a:lnTo>
                  <a:pt x="17897" y="21245"/>
                </a:lnTo>
                <a:lnTo>
                  <a:pt x="19348" y="22585"/>
                </a:lnTo>
                <a:lnTo>
                  <a:pt x="20799" y="23924"/>
                </a:lnTo>
                <a:lnTo>
                  <a:pt x="22325" y="25226"/>
                </a:lnTo>
                <a:lnTo>
                  <a:pt x="23887" y="26529"/>
                </a:lnTo>
                <a:lnTo>
                  <a:pt x="25450" y="27831"/>
                </a:lnTo>
                <a:lnTo>
                  <a:pt x="27050" y="29133"/>
                </a:lnTo>
                <a:lnTo>
                  <a:pt x="28724" y="30435"/>
                </a:lnTo>
                <a:lnTo>
                  <a:pt x="30398" y="31738"/>
                </a:lnTo>
                <a:lnTo>
                  <a:pt x="32110" y="33003"/>
                </a:lnTo>
                <a:lnTo>
                  <a:pt x="33822" y="34268"/>
                </a:lnTo>
                <a:lnTo>
                  <a:pt x="35607" y="35533"/>
                </a:lnTo>
                <a:lnTo>
                  <a:pt x="37393" y="36798"/>
                </a:lnTo>
                <a:lnTo>
                  <a:pt x="39514" y="38212"/>
                </a:lnTo>
                <a:lnTo>
                  <a:pt x="41635" y="39663"/>
                </a:lnTo>
                <a:lnTo>
                  <a:pt x="43830" y="41039"/>
                </a:lnTo>
                <a:lnTo>
                  <a:pt x="46063" y="42453"/>
                </a:lnTo>
                <a:lnTo>
                  <a:pt x="48295" y="43830"/>
                </a:lnTo>
                <a:lnTo>
                  <a:pt x="50602" y="45206"/>
                </a:lnTo>
                <a:lnTo>
                  <a:pt x="52946" y="46583"/>
                </a:lnTo>
                <a:lnTo>
                  <a:pt x="55327" y="47923"/>
                </a:lnTo>
                <a:lnTo>
                  <a:pt x="57746" y="49262"/>
                </a:lnTo>
                <a:lnTo>
                  <a:pt x="60164" y="50601"/>
                </a:lnTo>
                <a:lnTo>
                  <a:pt x="62657" y="51904"/>
                </a:lnTo>
                <a:lnTo>
                  <a:pt x="65187" y="53206"/>
                </a:lnTo>
                <a:lnTo>
                  <a:pt x="67717" y="54471"/>
                </a:lnTo>
                <a:lnTo>
                  <a:pt x="70322" y="55773"/>
                </a:lnTo>
                <a:lnTo>
                  <a:pt x="72963" y="57001"/>
                </a:lnTo>
                <a:lnTo>
                  <a:pt x="75605" y="58266"/>
                </a:lnTo>
                <a:lnTo>
                  <a:pt x="75605" y="57596"/>
                </a:lnTo>
                <a:lnTo>
                  <a:pt x="72963" y="56369"/>
                </a:lnTo>
                <a:lnTo>
                  <a:pt x="70396" y="55103"/>
                </a:lnTo>
                <a:lnTo>
                  <a:pt x="67829" y="53876"/>
                </a:lnTo>
                <a:lnTo>
                  <a:pt x="65299" y="52573"/>
                </a:lnTo>
                <a:lnTo>
                  <a:pt x="62806" y="51308"/>
                </a:lnTo>
                <a:lnTo>
                  <a:pt x="60350" y="50006"/>
                </a:lnTo>
                <a:lnTo>
                  <a:pt x="57894" y="48667"/>
                </a:lnTo>
                <a:lnTo>
                  <a:pt x="55513" y="47364"/>
                </a:lnTo>
                <a:lnTo>
                  <a:pt x="53169" y="46025"/>
                </a:lnTo>
                <a:lnTo>
                  <a:pt x="50862" y="44686"/>
                </a:lnTo>
                <a:lnTo>
                  <a:pt x="48593" y="43309"/>
                </a:lnTo>
                <a:lnTo>
                  <a:pt x="46360" y="41932"/>
                </a:lnTo>
                <a:lnTo>
                  <a:pt x="44128" y="40556"/>
                </a:lnTo>
                <a:lnTo>
                  <a:pt x="41970" y="39142"/>
                </a:lnTo>
                <a:lnTo>
                  <a:pt x="39849" y="37765"/>
                </a:lnTo>
                <a:lnTo>
                  <a:pt x="37765" y="36314"/>
                </a:lnTo>
                <a:lnTo>
                  <a:pt x="35980" y="35086"/>
                </a:lnTo>
                <a:lnTo>
                  <a:pt x="34231" y="33821"/>
                </a:lnTo>
                <a:lnTo>
                  <a:pt x="32482" y="32556"/>
                </a:lnTo>
                <a:lnTo>
                  <a:pt x="30771" y="31291"/>
                </a:lnTo>
                <a:lnTo>
                  <a:pt x="29133" y="29989"/>
                </a:lnTo>
                <a:lnTo>
                  <a:pt x="27459" y="28724"/>
                </a:lnTo>
                <a:lnTo>
                  <a:pt x="25859" y="27422"/>
                </a:lnTo>
                <a:lnTo>
                  <a:pt x="24297" y="26119"/>
                </a:lnTo>
                <a:lnTo>
                  <a:pt x="22771" y="24817"/>
                </a:lnTo>
                <a:lnTo>
                  <a:pt x="21246" y="23515"/>
                </a:lnTo>
                <a:lnTo>
                  <a:pt x="19757" y="22175"/>
                </a:lnTo>
                <a:lnTo>
                  <a:pt x="18343" y="20873"/>
                </a:lnTo>
                <a:lnTo>
                  <a:pt x="16930" y="19534"/>
                </a:lnTo>
                <a:lnTo>
                  <a:pt x="15553" y="18194"/>
                </a:lnTo>
                <a:lnTo>
                  <a:pt x="14213" y="16855"/>
                </a:lnTo>
                <a:lnTo>
                  <a:pt x="12911" y="15515"/>
                </a:lnTo>
                <a:lnTo>
                  <a:pt x="11795" y="14325"/>
                </a:lnTo>
                <a:lnTo>
                  <a:pt x="10753" y="13171"/>
                </a:lnTo>
                <a:lnTo>
                  <a:pt x="8781" y="10976"/>
                </a:lnTo>
                <a:lnTo>
                  <a:pt x="7032" y="8855"/>
                </a:lnTo>
                <a:lnTo>
                  <a:pt x="5470" y="6883"/>
                </a:lnTo>
                <a:lnTo>
                  <a:pt x="4093" y="5060"/>
                </a:lnTo>
                <a:lnTo>
                  <a:pt x="2902" y="3349"/>
                </a:lnTo>
                <a:lnTo>
                  <a:pt x="1861" y="1860"/>
                </a:lnTo>
                <a:lnTo>
                  <a:pt x="1005" y="484"/>
                </a:lnTo>
                <a:lnTo>
                  <a:pt x="707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Google Shape;141;p13"/>
          <p:cNvSpPr/>
          <p:nvPr/>
        </p:nvSpPr>
        <p:spPr>
          <a:xfrm>
            <a:off x="0" y="3692160"/>
            <a:ext cx="2339280" cy="1451160"/>
          </a:xfrm>
          <a:custGeom>
            <a:avLst/>
            <a:gdLst>
              <a:gd name="textAreaLeft" fmla="*/ 0 w 2339280"/>
              <a:gd name="textAreaRight" fmla="*/ 2339640 w 2339280"/>
              <a:gd name="textAreaTop" fmla="*/ 0 h 1451160"/>
              <a:gd name="textAreaBottom" fmla="*/ 1451520 h 1451160"/>
            </a:gdLst>
            <a:ahLst/>
            <a:rect l="textAreaLeft" t="textAreaTop" r="textAreaRight" b="textAreaBottom"/>
            <a:pathLst>
              <a:path w="73112" h="45356">
                <a:moveTo>
                  <a:pt x="63884" y="596"/>
                </a:moveTo>
                <a:lnTo>
                  <a:pt x="64703" y="633"/>
                </a:lnTo>
                <a:lnTo>
                  <a:pt x="65484" y="745"/>
                </a:lnTo>
                <a:lnTo>
                  <a:pt x="66229" y="894"/>
                </a:lnTo>
                <a:lnTo>
                  <a:pt x="66973" y="1154"/>
                </a:lnTo>
                <a:lnTo>
                  <a:pt x="67717" y="1452"/>
                </a:lnTo>
                <a:lnTo>
                  <a:pt x="68387" y="1824"/>
                </a:lnTo>
                <a:lnTo>
                  <a:pt x="69056" y="2233"/>
                </a:lnTo>
                <a:lnTo>
                  <a:pt x="69689" y="2717"/>
                </a:lnTo>
                <a:lnTo>
                  <a:pt x="70135" y="3163"/>
                </a:lnTo>
                <a:lnTo>
                  <a:pt x="70545" y="3610"/>
                </a:lnTo>
                <a:lnTo>
                  <a:pt x="70917" y="4056"/>
                </a:lnTo>
                <a:lnTo>
                  <a:pt x="71251" y="4540"/>
                </a:lnTo>
                <a:lnTo>
                  <a:pt x="71549" y="5061"/>
                </a:lnTo>
                <a:lnTo>
                  <a:pt x="71810" y="5582"/>
                </a:lnTo>
                <a:lnTo>
                  <a:pt x="72033" y="6103"/>
                </a:lnTo>
                <a:lnTo>
                  <a:pt x="72219" y="6661"/>
                </a:lnTo>
                <a:lnTo>
                  <a:pt x="72368" y="7219"/>
                </a:lnTo>
                <a:lnTo>
                  <a:pt x="72442" y="7814"/>
                </a:lnTo>
                <a:lnTo>
                  <a:pt x="72517" y="8372"/>
                </a:lnTo>
                <a:lnTo>
                  <a:pt x="72517" y="8968"/>
                </a:lnTo>
                <a:lnTo>
                  <a:pt x="72479" y="9563"/>
                </a:lnTo>
                <a:lnTo>
                  <a:pt x="72405" y="10158"/>
                </a:lnTo>
                <a:lnTo>
                  <a:pt x="72293" y="10754"/>
                </a:lnTo>
                <a:lnTo>
                  <a:pt x="72144" y="11312"/>
                </a:lnTo>
                <a:lnTo>
                  <a:pt x="71958" y="11870"/>
                </a:lnTo>
                <a:lnTo>
                  <a:pt x="71735" y="12428"/>
                </a:lnTo>
                <a:lnTo>
                  <a:pt x="71438" y="12949"/>
                </a:lnTo>
                <a:lnTo>
                  <a:pt x="71140" y="13470"/>
                </a:lnTo>
                <a:lnTo>
                  <a:pt x="70842" y="13991"/>
                </a:lnTo>
                <a:lnTo>
                  <a:pt x="70470" y="14474"/>
                </a:lnTo>
                <a:lnTo>
                  <a:pt x="70061" y="14958"/>
                </a:lnTo>
                <a:lnTo>
                  <a:pt x="69652" y="15442"/>
                </a:lnTo>
                <a:lnTo>
                  <a:pt x="69168" y="15888"/>
                </a:lnTo>
                <a:lnTo>
                  <a:pt x="68684" y="16335"/>
                </a:lnTo>
                <a:lnTo>
                  <a:pt x="68163" y="16781"/>
                </a:lnTo>
                <a:lnTo>
                  <a:pt x="67605" y="17190"/>
                </a:lnTo>
                <a:lnTo>
                  <a:pt x="67010" y="17600"/>
                </a:lnTo>
                <a:lnTo>
                  <a:pt x="66415" y="17972"/>
                </a:lnTo>
                <a:lnTo>
                  <a:pt x="65745" y="18381"/>
                </a:lnTo>
                <a:lnTo>
                  <a:pt x="65075" y="18716"/>
                </a:lnTo>
                <a:lnTo>
                  <a:pt x="64368" y="19088"/>
                </a:lnTo>
                <a:lnTo>
                  <a:pt x="63624" y="19423"/>
                </a:lnTo>
                <a:lnTo>
                  <a:pt x="62880" y="19758"/>
                </a:lnTo>
                <a:lnTo>
                  <a:pt x="62061" y="20055"/>
                </a:lnTo>
                <a:lnTo>
                  <a:pt x="61243" y="20353"/>
                </a:lnTo>
                <a:lnTo>
                  <a:pt x="60424" y="20651"/>
                </a:lnTo>
                <a:lnTo>
                  <a:pt x="58638" y="21171"/>
                </a:lnTo>
                <a:lnTo>
                  <a:pt x="56741" y="21618"/>
                </a:lnTo>
                <a:lnTo>
                  <a:pt x="54769" y="21990"/>
                </a:lnTo>
                <a:lnTo>
                  <a:pt x="52685" y="22325"/>
                </a:lnTo>
                <a:lnTo>
                  <a:pt x="50490" y="22585"/>
                </a:lnTo>
                <a:lnTo>
                  <a:pt x="48295" y="22809"/>
                </a:lnTo>
                <a:lnTo>
                  <a:pt x="46137" y="22957"/>
                </a:lnTo>
                <a:lnTo>
                  <a:pt x="46137" y="21692"/>
                </a:lnTo>
                <a:lnTo>
                  <a:pt x="46174" y="20465"/>
                </a:lnTo>
                <a:lnTo>
                  <a:pt x="46286" y="19200"/>
                </a:lnTo>
                <a:lnTo>
                  <a:pt x="46472" y="17972"/>
                </a:lnTo>
                <a:lnTo>
                  <a:pt x="46732" y="16632"/>
                </a:lnTo>
                <a:lnTo>
                  <a:pt x="47104" y="15367"/>
                </a:lnTo>
                <a:lnTo>
                  <a:pt x="47513" y="14139"/>
                </a:lnTo>
                <a:lnTo>
                  <a:pt x="47997" y="12912"/>
                </a:lnTo>
                <a:lnTo>
                  <a:pt x="48592" y="11758"/>
                </a:lnTo>
                <a:lnTo>
                  <a:pt x="49225" y="10605"/>
                </a:lnTo>
                <a:lnTo>
                  <a:pt x="49895" y="9526"/>
                </a:lnTo>
                <a:lnTo>
                  <a:pt x="50676" y="8447"/>
                </a:lnTo>
                <a:lnTo>
                  <a:pt x="51495" y="7442"/>
                </a:lnTo>
                <a:lnTo>
                  <a:pt x="52388" y="6475"/>
                </a:lnTo>
                <a:lnTo>
                  <a:pt x="53355" y="5582"/>
                </a:lnTo>
                <a:lnTo>
                  <a:pt x="54359" y="4726"/>
                </a:lnTo>
                <a:lnTo>
                  <a:pt x="55438" y="3907"/>
                </a:lnTo>
                <a:lnTo>
                  <a:pt x="56555" y="3163"/>
                </a:lnTo>
                <a:lnTo>
                  <a:pt x="57708" y="2456"/>
                </a:lnTo>
                <a:lnTo>
                  <a:pt x="58936" y="1824"/>
                </a:lnTo>
                <a:lnTo>
                  <a:pt x="59568" y="1526"/>
                </a:lnTo>
                <a:lnTo>
                  <a:pt x="60201" y="1303"/>
                </a:lnTo>
                <a:lnTo>
                  <a:pt x="60796" y="1080"/>
                </a:lnTo>
                <a:lnTo>
                  <a:pt x="61429" y="894"/>
                </a:lnTo>
                <a:lnTo>
                  <a:pt x="62061" y="782"/>
                </a:lnTo>
                <a:lnTo>
                  <a:pt x="62657" y="670"/>
                </a:lnTo>
                <a:lnTo>
                  <a:pt x="63289" y="633"/>
                </a:lnTo>
                <a:lnTo>
                  <a:pt x="63884" y="596"/>
                </a:lnTo>
                <a:close/>
                <a:moveTo>
                  <a:pt x="64033" y="1"/>
                </a:moveTo>
                <a:lnTo>
                  <a:pt x="63289" y="38"/>
                </a:lnTo>
                <a:lnTo>
                  <a:pt x="62545" y="112"/>
                </a:lnTo>
                <a:lnTo>
                  <a:pt x="61764" y="224"/>
                </a:lnTo>
                <a:lnTo>
                  <a:pt x="60982" y="410"/>
                </a:lnTo>
                <a:lnTo>
                  <a:pt x="60238" y="633"/>
                </a:lnTo>
                <a:lnTo>
                  <a:pt x="59457" y="931"/>
                </a:lnTo>
                <a:lnTo>
                  <a:pt x="58675" y="1266"/>
                </a:lnTo>
                <a:lnTo>
                  <a:pt x="57410" y="1936"/>
                </a:lnTo>
                <a:lnTo>
                  <a:pt x="56220" y="2642"/>
                </a:lnTo>
                <a:lnTo>
                  <a:pt x="55066" y="3424"/>
                </a:lnTo>
                <a:lnTo>
                  <a:pt x="53987" y="4242"/>
                </a:lnTo>
                <a:lnTo>
                  <a:pt x="52946" y="5135"/>
                </a:lnTo>
                <a:lnTo>
                  <a:pt x="51978" y="6065"/>
                </a:lnTo>
                <a:lnTo>
                  <a:pt x="51048" y="7070"/>
                </a:lnTo>
                <a:lnTo>
                  <a:pt x="50192" y="8112"/>
                </a:lnTo>
                <a:lnTo>
                  <a:pt x="49411" y="9191"/>
                </a:lnTo>
                <a:lnTo>
                  <a:pt x="48704" y="10307"/>
                </a:lnTo>
                <a:lnTo>
                  <a:pt x="48034" y="11460"/>
                </a:lnTo>
                <a:lnTo>
                  <a:pt x="47476" y="12688"/>
                </a:lnTo>
                <a:lnTo>
                  <a:pt x="46955" y="13916"/>
                </a:lnTo>
                <a:lnTo>
                  <a:pt x="46509" y="15218"/>
                </a:lnTo>
                <a:lnTo>
                  <a:pt x="46174" y="16521"/>
                </a:lnTo>
                <a:lnTo>
                  <a:pt x="45876" y="17860"/>
                </a:lnTo>
                <a:lnTo>
                  <a:pt x="45690" y="19125"/>
                </a:lnTo>
                <a:lnTo>
                  <a:pt x="45579" y="20427"/>
                </a:lnTo>
                <a:lnTo>
                  <a:pt x="45541" y="21692"/>
                </a:lnTo>
                <a:lnTo>
                  <a:pt x="45579" y="22995"/>
                </a:lnTo>
                <a:lnTo>
                  <a:pt x="42788" y="23106"/>
                </a:lnTo>
                <a:lnTo>
                  <a:pt x="40072" y="23181"/>
                </a:lnTo>
                <a:lnTo>
                  <a:pt x="37467" y="23143"/>
                </a:lnTo>
                <a:lnTo>
                  <a:pt x="34937" y="23069"/>
                </a:lnTo>
                <a:lnTo>
                  <a:pt x="32519" y="22920"/>
                </a:lnTo>
                <a:lnTo>
                  <a:pt x="30175" y="22734"/>
                </a:lnTo>
                <a:lnTo>
                  <a:pt x="27905" y="22474"/>
                </a:lnTo>
                <a:lnTo>
                  <a:pt x="25747" y="22176"/>
                </a:lnTo>
                <a:lnTo>
                  <a:pt x="23664" y="21841"/>
                </a:lnTo>
                <a:lnTo>
                  <a:pt x="21692" y="21506"/>
                </a:lnTo>
                <a:lnTo>
                  <a:pt x="19794" y="21097"/>
                </a:lnTo>
                <a:lnTo>
                  <a:pt x="18008" y="20688"/>
                </a:lnTo>
                <a:lnTo>
                  <a:pt x="16297" y="20279"/>
                </a:lnTo>
                <a:lnTo>
                  <a:pt x="14697" y="19832"/>
                </a:lnTo>
                <a:lnTo>
                  <a:pt x="13171" y="19386"/>
                </a:lnTo>
                <a:lnTo>
                  <a:pt x="11757" y="18902"/>
                </a:lnTo>
                <a:lnTo>
                  <a:pt x="9711" y="18195"/>
                </a:lnTo>
                <a:lnTo>
                  <a:pt x="7776" y="17451"/>
                </a:lnTo>
                <a:lnTo>
                  <a:pt x="6028" y="16744"/>
                </a:lnTo>
                <a:lnTo>
                  <a:pt x="4465" y="16037"/>
                </a:lnTo>
                <a:lnTo>
                  <a:pt x="3088" y="15330"/>
                </a:lnTo>
                <a:lnTo>
                  <a:pt x="1898" y="14697"/>
                </a:lnTo>
                <a:lnTo>
                  <a:pt x="856" y="14139"/>
                </a:lnTo>
                <a:lnTo>
                  <a:pt x="0" y="13656"/>
                </a:lnTo>
                <a:lnTo>
                  <a:pt x="0" y="14325"/>
                </a:lnTo>
                <a:lnTo>
                  <a:pt x="893" y="14846"/>
                </a:lnTo>
                <a:lnTo>
                  <a:pt x="1935" y="15404"/>
                </a:lnTo>
                <a:lnTo>
                  <a:pt x="3125" y="16037"/>
                </a:lnTo>
                <a:lnTo>
                  <a:pt x="4502" y="16707"/>
                </a:lnTo>
                <a:lnTo>
                  <a:pt x="6028" y="17376"/>
                </a:lnTo>
                <a:lnTo>
                  <a:pt x="7739" y="18083"/>
                </a:lnTo>
                <a:lnTo>
                  <a:pt x="9562" y="18790"/>
                </a:lnTo>
                <a:lnTo>
                  <a:pt x="11571" y="19460"/>
                </a:lnTo>
                <a:lnTo>
                  <a:pt x="12985" y="19944"/>
                </a:lnTo>
                <a:lnTo>
                  <a:pt x="14511" y="20390"/>
                </a:lnTo>
                <a:lnTo>
                  <a:pt x="16111" y="20837"/>
                </a:lnTo>
                <a:lnTo>
                  <a:pt x="17822" y="21246"/>
                </a:lnTo>
                <a:lnTo>
                  <a:pt x="19645" y="21692"/>
                </a:lnTo>
                <a:lnTo>
                  <a:pt x="21543" y="22064"/>
                </a:lnTo>
                <a:lnTo>
                  <a:pt x="23552" y="22437"/>
                </a:lnTo>
                <a:lnTo>
                  <a:pt x="25636" y="22771"/>
                </a:lnTo>
                <a:lnTo>
                  <a:pt x="27831" y="23069"/>
                </a:lnTo>
                <a:lnTo>
                  <a:pt x="30100" y="23292"/>
                </a:lnTo>
                <a:lnTo>
                  <a:pt x="32445" y="23516"/>
                </a:lnTo>
                <a:lnTo>
                  <a:pt x="34900" y="23664"/>
                </a:lnTo>
                <a:lnTo>
                  <a:pt x="37467" y="23739"/>
                </a:lnTo>
                <a:lnTo>
                  <a:pt x="40072" y="23776"/>
                </a:lnTo>
                <a:lnTo>
                  <a:pt x="42788" y="23702"/>
                </a:lnTo>
                <a:lnTo>
                  <a:pt x="45616" y="23590"/>
                </a:lnTo>
                <a:lnTo>
                  <a:pt x="45727" y="24706"/>
                </a:lnTo>
                <a:lnTo>
                  <a:pt x="45876" y="25822"/>
                </a:lnTo>
                <a:lnTo>
                  <a:pt x="46100" y="26901"/>
                </a:lnTo>
                <a:lnTo>
                  <a:pt x="46397" y="27980"/>
                </a:lnTo>
                <a:lnTo>
                  <a:pt x="46806" y="29245"/>
                </a:lnTo>
                <a:lnTo>
                  <a:pt x="47290" y="30473"/>
                </a:lnTo>
                <a:lnTo>
                  <a:pt x="47848" y="31664"/>
                </a:lnTo>
                <a:lnTo>
                  <a:pt x="48444" y="32817"/>
                </a:lnTo>
                <a:lnTo>
                  <a:pt x="49150" y="33933"/>
                </a:lnTo>
                <a:lnTo>
                  <a:pt x="49895" y="35012"/>
                </a:lnTo>
                <a:lnTo>
                  <a:pt x="50713" y="36054"/>
                </a:lnTo>
                <a:lnTo>
                  <a:pt x="51643" y="37059"/>
                </a:lnTo>
                <a:lnTo>
                  <a:pt x="52499" y="37877"/>
                </a:lnTo>
                <a:lnTo>
                  <a:pt x="53504" y="38808"/>
                </a:lnTo>
                <a:lnTo>
                  <a:pt x="54769" y="39775"/>
                </a:lnTo>
                <a:lnTo>
                  <a:pt x="56183" y="40780"/>
                </a:lnTo>
                <a:lnTo>
                  <a:pt x="57001" y="41338"/>
                </a:lnTo>
                <a:lnTo>
                  <a:pt x="57894" y="41859"/>
                </a:lnTo>
                <a:lnTo>
                  <a:pt x="58824" y="42417"/>
                </a:lnTo>
                <a:lnTo>
                  <a:pt x="59792" y="43012"/>
                </a:lnTo>
                <a:lnTo>
                  <a:pt x="60871" y="43570"/>
                </a:lnTo>
                <a:lnTo>
                  <a:pt x="61987" y="44165"/>
                </a:lnTo>
                <a:lnTo>
                  <a:pt x="63215" y="44761"/>
                </a:lnTo>
                <a:lnTo>
                  <a:pt x="64480" y="45356"/>
                </a:lnTo>
                <a:lnTo>
                  <a:pt x="65931" y="45356"/>
                </a:lnTo>
                <a:lnTo>
                  <a:pt x="63922" y="44463"/>
                </a:lnTo>
                <a:lnTo>
                  <a:pt x="61987" y="43496"/>
                </a:lnTo>
                <a:lnTo>
                  <a:pt x="60052" y="42454"/>
                </a:lnTo>
                <a:lnTo>
                  <a:pt x="58229" y="41412"/>
                </a:lnTo>
                <a:lnTo>
                  <a:pt x="57336" y="40854"/>
                </a:lnTo>
                <a:lnTo>
                  <a:pt x="56480" y="40259"/>
                </a:lnTo>
                <a:lnTo>
                  <a:pt x="55662" y="39701"/>
                </a:lnTo>
                <a:lnTo>
                  <a:pt x="54843" y="39105"/>
                </a:lnTo>
                <a:lnTo>
                  <a:pt x="54099" y="38510"/>
                </a:lnTo>
                <a:lnTo>
                  <a:pt x="53392" y="37877"/>
                </a:lnTo>
                <a:lnTo>
                  <a:pt x="52685" y="37282"/>
                </a:lnTo>
                <a:lnTo>
                  <a:pt x="52053" y="36612"/>
                </a:lnTo>
                <a:lnTo>
                  <a:pt x="51197" y="35682"/>
                </a:lnTo>
                <a:lnTo>
                  <a:pt x="50378" y="34640"/>
                </a:lnTo>
                <a:lnTo>
                  <a:pt x="49634" y="33599"/>
                </a:lnTo>
                <a:lnTo>
                  <a:pt x="48964" y="32520"/>
                </a:lnTo>
                <a:lnTo>
                  <a:pt x="48369" y="31403"/>
                </a:lnTo>
                <a:lnTo>
                  <a:pt x="47848" y="30250"/>
                </a:lnTo>
                <a:lnTo>
                  <a:pt x="47365" y="29059"/>
                </a:lnTo>
                <a:lnTo>
                  <a:pt x="46955" y="27832"/>
                </a:lnTo>
                <a:lnTo>
                  <a:pt x="46695" y="26753"/>
                </a:lnTo>
                <a:lnTo>
                  <a:pt x="46472" y="25711"/>
                </a:lnTo>
                <a:lnTo>
                  <a:pt x="46323" y="24632"/>
                </a:lnTo>
                <a:lnTo>
                  <a:pt x="46211" y="23553"/>
                </a:lnTo>
                <a:lnTo>
                  <a:pt x="48369" y="23404"/>
                </a:lnTo>
                <a:lnTo>
                  <a:pt x="50564" y="23181"/>
                </a:lnTo>
                <a:lnTo>
                  <a:pt x="51792" y="23069"/>
                </a:lnTo>
                <a:lnTo>
                  <a:pt x="52946" y="22883"/>
                </a:lnTo>
                <a:lnTo>
                  <a:pt x="54099" y="22734"/>
                </a:lnTo>
                <a:lnTo>
                  <a:pt x="55252" y="22548"/>
                </a:lnTo>
                <a:lnTo>
                  <a:pt x="56331" y="22325"/>
                </a:lnTo>
                <a:lnTo>
                  <a:pt x="57410" y="22102"/>
                </a:lnTo>
                <a:lnTo>
                  <a:pt x="58415" y="21841"/>
                </a:lnTo>
                <a:lnTo>
                  <a:pt x="59420" y="21581"/>
                </a:lnTo>
                <a:lnTo>
                  <a:pt x="60387" y="21283"/>
                </a:lnTo>
                <a:lnTo>
                  <a:pt x="61354" y="20985"/>
                </a:lnTo>
                <a:lnTo>
                  <a:pt x="62247" y="20651"/>
                </a:lnTo>
                <a:lnTo>
                  <a:pt x="63103" y="20316"/>
                </a:lnTo>
                <a:lnTo>
                  <a:pt x="63959" y="19944"/>
                </a:lnTo>
                <a:lnTo>
                  <a:pt x="64777" y="19572"/>
                </a:lnTo>
                <a:lnTo>
                  <a:pt x="65559" y="19162"/>
                </a:lnTo>
                <a:lnTo>
                  <a:pt x="66303" y="18753"/>
                </a:lnTo>
                <a:lnTo>
                  <a:pt x="66898" y="18381"/>
                </a:lnTo>
                <a:lnTo>
                  <a:pt x="67494" y="17972"/>
                </a:lnTo>
                <a:lnTo>
                  <a:pt x="68052" y="17600"/>
                </a:lnTo>
                <a:lnTo>
                  <a:pt x="68573" y="17190"/>
                </a:lnTo>
                <a:lnTo>
                  <a:pt x="69093" y="16744"/>
                </a:lnTo>
                <a:lnTo>
                  <a:pt x="69540" y="16335"/>
                </a:lnTo>
                <a:lnTo>
                  <a:pt x="69986" y="15888"/>
                </a:lnTo>
                <a:lnTo>
                  <a:pt x="70433" y="15442"/>
                </a:lnTo>
                <a:lnTo>
                  <a:pt x="70805" y="14958"/>
                </a:lnTo>
                <a:lnTo>
                  <a:pt x="71177" y="14511"/>
                </a:lnTo>
                <a:lnTo>
                  <a:pt x="71512" y="14028"/>
                </a:lnTo>
                <a:lnTo>
                  <a:pt x="71810" y="13544"/>
                </a:lnTo>
                <a:lnTo>
                  <a:pt x="72070" y="13023"/>
                </a:lnTo>
                <a:lnTo>
                  <a:pt x="72330" y="12539"/>
                </a:lnTo>
                <a:lnTo>
                  <a:pt x="72517" y="12019"/>
                </a:lnTo>
                <a:lnTo>
                  <a:pt x="72703" y="11498"/>
                </a:lnTo>
                <a:lnTo>
                  <a:pt x="72889" y="10865"/>
                </a:lnTo>
                <a:lnTo>
                  <a:pt x="73000" y="10233"/>
                </a:lnTo>
                <a:lnTo>
                  <a:pt x="73075" y="9600"/>
                </a:lnTo>
                <a:lnTo>
                  <a:pt x="73112" y="8968"/>
                </a:lnTo>
                <a:lnTo>
                  <a:pt x="73112" y="8335"/>
                </a:lnTo>
                <a:lnTo>
                  <a:pt x="73037" y="7703"/>
                </a:lnTo>
                <a:lnTo>
                  <a:pt x="72926" y="7107"/>
                </a:lnTo>
                <a:lnTo>
                  <a:pt x="72814" y="6512"/>
                </a:lnTo>
                <a:lnTo>
                  <a:pt x="72591" y="5917"/>
                </a:lnTo>
                <a:lnTo>
                  <a:pt x="72368" y="5321"/>
                </a:lnTo>
                <a:lnTo>
                  <a:pt x="72107" y="4763"/>
                </a:lnTo>
                <a:lnTo>
                  <a:pt x="71772" y="4242"/>
                </a:lnTo>
                <a:lnTo>
                  <a:pt x="71400" y="3721"/>
                </a:lnTo>
                <a:lnTo>
                  <a:pt x="70991" y="3201"/>
                </a:lnTo>
                <a:lnTo>
                  <a:pt x="70545" y="2717"/>
                </a:lnTo>
                <a:lnTo>
                  <a:pt x="70061" y="2270"/>
                </a:lnTo>
                <a:lnTo>
                  <a:pt x="69503" y="1824"/>
                </a:lnTo>
                <a:lnTo>
                  <a:pt x="68870" y="1415"/>
                </a:lnTo>
                <a:lnTo>
                  <a:pt x="68238" y="1043"/>
                </a:lnTo>
                <a:lnTo>
                  <a:pt x="67605" y="745"/>
                </a:lnTo>
                <a:lnTo>
                  <a:pt x="66898" y="484"/>
                </a:lnTo>
                <a:lnTo>
                  <a:pt x="66229" y="298"/>
                </a:lnTo>
                <a:lnTo>
                  <a:pt x="65522" y="150"/>
                </a:lnTo>
                <a:lnTo>
                  <a:pt x="64777" y="38"/>
                </a:lnTo>
                <a:lnTo>
                  <a:pt x="64033" y="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43;p14" descr=""/>
          <p:cNvPicPr/>
          <p:nvPr/>
        </p:nvPicPr>
        <p:blipFill>
          <a:blip r:embed="rId2"/>
          <a:srcRect l="0" t="21451" r="0" b="0"/>
          <a:stretch/>
        </p:blipFill>
        <p:spPr>
          <a:xfrm>
            <a:off x="4061160" y="0"/>
            <a:ext cx="4135680" cy="3248280"/>
          </a:xfrm>
          <a:prstGeom prst="rect">
            <a:avLst/>
          </a:prstGeom>
          <a:ln w="0">
            <a:noFill/>
          </a:ln>
        </p:spPr>
      </p:pic>
      <p:sp>
        <p:nvSpPr>
          <p:cNvPr id="20" name="Google Shape;144;p14"/>
          <p:cNvSpPr/>
          <p:nvPr/>
        </p:nvSpPr>
        <p:spPr>
          <a:xfrm flipH="1" rot="16200000">
            <a:off x="5142600" y="1161720"/>
            <a:ext cx="7977960" cy="7977960"/>
          </a:xfrm>
          <a:prstGeom prst="pie">
            <a:avLst>
              <a:gd name="adj1" fmla="val 10792592"/>
              <a:gd name="adj2" fmla="val 16198514"/>
            </a:avLst>
          </a:prstGeom>
          <a:gradFill rotWithShape="0">
            <a:gsLst>
              <a:gs pos="0">
                <a:srgbClr val="1f1f1f"/>
              </a:gs>
              <a:gs pos="36000">
                <a:srgbClr val="1f1f1f"/>
              </a:gs>
              <a:gs pos="100000">
                <a:srgbClr val="6ad1fa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145;p14"/>
          <p:cNvSpPr/>
          <p:nvPr/>
        </p:nvSpPr>
        <p:spPr>
          <a:xfrm>
            <a:off x="4600080" y="0"/>
            <a:ext cx="3972960" cy="5142960"/>
          </a:xfrm>
          <a:custGeom>
            <a:avLst/>
            <a:gdLst>
              <a:gd name="textAreaLeft" fmla="*/ 0 w 3972960"/>
              <a:gd name="textAreaRight" fmla="*/ 3973320 w 3972960"/>
              <a:gd name="textAreaTop" fmla="*/ 0 h 5142960"/>
              <a:gd name="textAreaBottom" fmla="*/ 5143320 h 5142960"/>
            </a:gdLst>
            <a:ahLst/>
            <a:rect l="textAreaLeft" t="textAreaTop" r="textAreaRight" b="textAreaBottom"/>
            <a:pathLst>
              <a:path w="124161" h="160734">
                <a:moveTo>
                  <a:pt x="46435" y="0"/>
                </a:moveTo>
                <a:lnTo>
                  <a:pt x="50007" y="3088"/>
                </a:lnTo>
                <a:lnTo>
                  <a:pt x="53988" y="6586"/>
                </a:lnTo>
                <a:lnTo>
                  <a:pt x="58379" y="10492"/>
                </a:lnTo>
                <a:lnTo>
                  <a:pt x="63067" y="14697"/>
                </a:lnTo>
                <a:lnTo>
                  <a:pt x="67978" y="19199"/>
                </a:lnTo>
                <a:lnTo>
                  <a:pt x="73075" y="23924"/>
                </a:lnTo>
                <a:lnTo>
                  <a:pt x="78247" y="28835"/>
                </a:lnTo>
                <a:lnTo>
                  <a:pt x="83419" y="33858"/>
                </a:lnTo>
                <a:lnTo>
                  <a:pt x="88144" y="38546"/>
                </a:lnTo>
                <a:lnTo>
                  <a:pt x="92609" y="43048"/>
                </a:lnTo>
                <a:lnTo>
                  <a:pt x="96739" y="47402"/>
                </a:lnTo>
                <a:lnTo>
                  <a:pt x="98711" y="49485"/>
                </a:lnTo>
                <a:lnTo>
                  <a:pt x="100609" y="51532"/>
                </a:lnTo>
                <a:lnTo>
                  <a:pt x="102432" y="53578"/>
                </a:lnTo>
                <a:lnTo>
                  <a:pt x="104181" y="55550"/>
                </a:lnTo>
                <a:lnTo>
                  <a:pt x="105855" y="57448"/>
                </a:lnTo>
                <a:lnTo>
                  <a:pt x="107455" y="59345"/>
                </a:lnTo>
                <a:lnTo>
                  <a:pt x="108980" y="61168"/>
                </a:lnTo>
                <a:lnTo>
                  <a:pt x="110431" y="62954"/>
                </a:lnTo>
                <a:lnTo>
                  <a:pt x="111808" y="64703"/>
                </a:lnTo>
                <a:lnTo>
                  <a:pt x="113110" y="66414"/>
                </a:lnTo>
                <a:lnTo>
                  <a:pt x="114636" y="68424"/>
                </a:lnTo>
                <a:lnTo>
                  <a:pt x="116050" y="70396"/>
                </a:lnTo>
                <a:lnTo>
                  <a:pt x="117315" y="72293"/>
                </a:lnTo>
                <a:lnTo>
                  <a:pt x="118468" y="74079"/>
                </a:lnTo>
                <a:lnTo>
                  <a:pt x="119510" y="75828"/>
                </a:lnTo>
                <a:lnTo>
                  <a:pt x="120440" y="77502"/>
                </a:lnTo>
                <a:lnTo>
                  <a:pt x="121221" y="79065"/>
                </a:lnTo>
                <a:lnTo>
                  <a:pt x="121928" y="80553"/>
                </a:lnTo>
                <a:lnTo>
                  <a:pt x="122486" y="82004"/>
                </a:lnTo>
                <a:lnTo>
                  <a:pt x="122933" y="83344"/>
                </a:lnTo>
                <a:lnTo>
                  <a:pt x="123119" y="83976"/>
                </a:lnTo>
                <a:lnTo>
                  <a:pt x="123268" y="84609"/>
                </a:lnTo>
                <a:lnTo>
                  <a:pt x="123379" y="85241"/>
                </a:lnTo>
                <a:lnTo>
                  <a:pt x="123491" y="85799"/>
                </a:lnTo>
                <a:lnTo>
                  <a:pt x="123528" y="86395"/>
                </a:lnTo>
                <a:lnTo>
                  <a:pt x="123565" y="86915"/>
                </a:lnTo>
                <a:lnTo>
                  <a:pt x="123565" y="87474"/>
                </a:lnTo>
                <a:lnTo>
                  <a:pt x="123528" y="87957"/>
                </a:lnTo>
                <a:lnTo>
                  <a:pt x="123491" y="88441"/>
                </a:lnTo>
                <a:lnTo>
                  <a:pt x="123379" y="88925"/>
                </a:lnTo>
                <a:lnTo>
                  <a:pt x="123268" y="89371"/>
                </a:lnTo>
                <a:lnTo>
                  <a:pt x="123119" y="89780"/>
                </a:lnTo>
                <a:lnTo>
                  <a:pt x="122858" y="90413"/>
                </a:lnTo>
                <a:lnTo>
                  <a:pt x="122486" y="90971"/>
                </a:lnTo>
                <a:lnTo>
                  <a:pt x="122077" y="91492"/>
                </a:lnTo>
                <a:lnTo>
                  <a:pt x="121593" y="91938"/>
                </a:lnTo>
                <a:lnTo>
                  <a:pt x="121035" y="92385"/>
                </a:lnTo>
                <a:lnTo>
                  <a:pt x="120403" y="92757"/>
                </a:lnTo>
                <a:lnTo>
                  <a:pt x="119733" y="93092"/>
                </a:lnTo>
                <a:lnTo>
                  <a:pt x="118989" y="93389"/>
                </a:lnTo>
                <a:lnTo>
                  <a:pt x="118133" y="93650"/>
                </a:lnTo>
                <a:lnTo>
                  <a:pt x="117240" y="93873"/>
                </a:lnTo>
                <a:lnTo>
                  <a:pt x="116310" y="94059"/>
                </a:lnTo>
                <a:lnTo>
                  <a:pt x="115268" y="94171"/>
                </a:lnTo>
                <a:lnTo>
                  <a:pt x="114189" y="94245"/>
                </a:lnTo>
                <a:lnTo>
                  <a:pt x="112999" y="94282"/>
                </a:lnTo>
                <a:lnTo>
                  <a:pt x="111771" y="94282"/>
                </a:lnTo>
                <a:lnTo>
                  <a:pt x="110506" y="94245"/>
                </a:lnTo>
                <a:lnTo>
                  <a:pt x="97558" y="93501"/>
                </a:lnTo>
                <a:lnTo>
                  <a:pt x="89744" y="93055"/>
                </a:lnTo>
                <a:lnTo>
                  <a:pt x="81782" y="92645"/>
                </a:lnTo>
                <a:lnTo>
                  <a:pt x="73745" y="92236"/>
                </a:lnTo>
                <a:lnTo>
                  <a:pt x="65708" y="91901"/>
                </a:lnTo>
                <a:lnTo>
                  <a:pt x="57746" y="91604"/>
                </a:lnTo>
                <a:lnTo>
                  <a:pt x="53839" y="91529"/>
                </a:lnTo>
                <a:lnTo>
                  <a:pt x="49970" y="91455"/>
                </a:lnTo>
                <a:lnTo>
                  <a:pt x="46175" y="91380"/>
                </a:lnTo>
                <a:lnTo>
                  <a:pt x="42491" y="91380"/>
                </a:lnTo>
                <a:lnTo>
                  <a:pt x="38845" y="91417"/>
                </a:lnTo>
                <a:lnTo>
                  <a:pt x="35310" y="91492"/>
                </a:lnTo>
                <a:lnTo>
                  <a:pt x="31627" y="91604"/>
                </a:lnTo>
                <a:lnTo>
                  <a:pt x="28167" y="91752"/>
                </a:lnTo>
                <a:lnTo>
                  <a:pt x="24930" y="91976"/>
                </a:lnTo>
                <a:lnTo>
                  <a:pt x="21916" y="92236"/>
                </a:lnTo>
                <a:lnTo>
                  <a:pt x="19088" y="92534"/>
                </a:lnTo>
                <a:lnTo>
                  <a:pt x="16446" y="92906"/>
                </a:lnTo>
                <a:lnTo>
                  <a:pt x="14028" y="93315"/>
                </a:lnTo>
                <a:lnTo>
                  <a:pt x="11795" y="93762"/>
                </a:lnTo>
                <a:lnTo>
                  <a:pt x="10568" y="94059"/>
                </a:lnTo>
                <a:lnTo>
                  <a:pt x="9451" y="94357"/>
                </a:lnTo>
                <a:lnTo>
                  <a:pt x="8372" y="94692"/>
                </a:lnTo>
                <a:lnTo>
                  <a:pt x="7368" y="95027"/>
                </a:lnTo>
                <a:lnTo>
                  <a:pt x="6438" y="95361"/>
                </a:lnTo>
                <a:lnTo>
                  <a:pt x="5545" y="95733"/>
                </a:lnTo>
                <a:lnTo>
                  <a:pt x="4763" y="96106"/>
                </a:lnTo>
                <a:lnTo>
                  <a:pt x="4019" y="96515"/>
                </a:lnTo>
                <a:lnTo>
                  <a:pt x="3312" y="96924"/>
                </a:lnTo>
                <a:lnTo>
                  <a:pt x="2717" y="97371"/>
                </a:lnTo>
                <a:lnTo>
                  <a:pt x="2159" y="97817"/>
                </a:lnTo>
                <a:lnTo>
                  <a:pt x="1675" y="98301"/>
                </a:lnTo>
                <a:lnTo>
                  <a:pt x="1229" y="98784"/>
                </a:lnTo>
                <a:lnTo>
                  <a:pt x="894" y="99305"/>
                </a:lnTo>
                <a:lnTo>
                  <a:pt x="596" y="99826"/>
                </a:lnTo>
                <a:lnTo>
                  <a:pt x="336" y="100384"/>
                </a:lnTo>
                <a:lnTo>
                  <a:pt x="224" y="100756"/>
                </a:lnTo>
                <a:lnTo>
                  <a:pt x="112" y="101128"/>
                </a:lnTo>
                <a:lnTo>
                  <a:pt x="75" y="101538"/>
                </a:lnTo>
                <a:lnTo>
                  <a:pt x="38" y="101947"/>
                </a:lnTo>
                <a:lnTo>
                  <a:pt x="1" y="102356"/>
                </a:lnTo>
                <a:lnTo>
                  <a:pt x="38" y="102766"/>
                </a:lnTo>
                <a:lnTo>
                  <a:pt x="75" y="103175"/>
                </a:lnTo>
                <a:lnTo>
                  <a:pt x="187" y="103621"/>
                </a:lnTo>
                <a:lnTo>
                  <a:pt x="299" y="104031"/>
                </a:lnTo>
                <a:lnTo>
                  <a:pt x="410" y="104477"/>
                </a:lnTo>
                <a:lnTo>
                  <a:pt x="596" y="104924"/>
                </a:lnTo>
                <a:lnTo>
                  <a:pt x="782" y="105407"/>
                </a:lnTo>
                <a:lnTo>
                  <a:pt x="1005" y="105854"/>
                </a:lnTo>
                <a:lnTo>
                  <a:pt x="1266" y="106337"/>
                </a:lnTo>
                <a:lnTo>
                  <a:pt x="1898" y="107305"/>
                </a:lnTo>
                <a:lnTo>
                  <a:pt x="2605" y="108309"/>
                </a:lnTo>
                <a:lnTo>
                  <a:pt x="3461" y="109314"/>
                </a:lnTo>
                <a:lnTo>
                  <a:pt x="4429" y="110393"/>
                </a:lnTo>
                <a:lnTo>
                  <a:pt x="5508" y="111472"/>
                </a:lnTo>
                <a:lnTo>
                  <a:pt x="6698" y="112625"/>
                </a:lnTo>
                <a:lnTo>
                  <a:pt x="8038" y="113779"/>
                </a:lnTo>
                <a:lnTo>
                  <a:pt x="9489" y="114969"/>
                </a:lnTo>
                <a:lnTo>
                  <a:pt x="11051" y="116197"/>
                </a:lnTo>
                <a:lnTo>
                  <a:pt x="15144" y="119323"/>
                </a:lnTo>
                <a:lnTo>
                  <a:pt x="19125" y="122411"/>
                </a:lnTo>
                <a:lnTo>
                  <a:pt x="23069" y="125499"/>
                </a:lnTo>
                <a:lnTo>
                  <a:pt x="26902" y="128587"/>
                </a:lnTo>
                <a:lnTo>
                  <a:pt x="30697" y="131601"/>
                </a:lnTo>
                <a:lnTo>
                  <a:pt x="34343" y="134578"/>
                </a:lnTo>
                <a:lnTo>
                  <a:pt x="41412" y="140382"/>
                </a:lnTo>
                <a:lnTo>
                  <a:pt x="48072" y="145963"/>
                </a:lnTo>
                <a:lnTo>
                  <a:pt x="54249" y="151246"/>
                </a:lnTo>
                <a:lnTo>
                  <a:pt x="59941" y="156195"/>
                </a:lnTo>
                <a:lnTo>
                  <a:pt x="65113" y="160734"/>
                </a:lnTo>
                <a:lnTo>
                  <a:pt x="66006" y="160734"/>
                </a:lnTo>
                <a:lnTo>
                  <a:pt x="60834" y="156158"/>
                </a:lnTo>
                <a:lnTo>
                  <a:pt x="55104" y="151172"/>
                </a:lnTo>
                <a:lnTo>
                  <a:pt x="48854" y="145851"/>
                </a:lnTo>
                <a:lnTo>
                  <a:pt x="42156" y="140233"/>
                </a:lnTo>
                <a:lnTo>
                  <a:pt x="38622" y="137331"/>
                </a:lnTo>
                <a:lnTo>
                  <a:pt x="35013" y="134354"/>
                </a:lnTo>
                <a:lnTo>
                  <a:pt x="31292" y="131341"/>
                </a:lnTo>
                <a:lnTo>
                  <a:pt x="27497" y="128252"/>
                </a:lnTo>
                <a:lnTo>
                  <a:pt x="23590" y="125164"/>
                </a:lnTo>
                <a:lnTo>
                  <a:pt x="19609" y="122039"/>
                </a:lnTo>
                <a:lnTo>
                  <a:pt x="15553" y="118876"/>
                </a:lnTo>
                <a:lnTo>
                  <a:pt x="11423" y="115714"/>
                </a:lnTo>
                <a:lnTo>
                  <a:pt x="9898" y="114523"/>
                </a:lnTo>
                <a:lnTo>
                  <a:pt x="8521" y="113370"/>
                </a:lnTo>
                <a:lnTo>
                  <a:pt x="7219" y="112253"/>
                </a:lnTo>
                <a:lnTo>
                  <a:pt x="6066" y="111174"/>
                </a:lnTo>
                <a:lnTo>
                  <a:pt x="5024" y="110133"/>
                </a:lnTo>
                <a:lnTo>
                  <a:pt x="4056" y="109091"/>
                </a:lnTo>
                <a:lnTo>
                  <a:pt x="3238" y="108123"/>
                </a:lnTo>
                <a:lnTo>
                  <a:pt x="2531" y="107156"/>
                </a:lnTo>
                <a:lnTo>
                  <a:pt x="1936" y="106226"/>
                </a:lnTo>
                <a:lnTo>
                  <a:pt x="1452" y="105296"/>
                </a:lnTo>
                <a:lnTo>
                  <a:pt x="1229" y="104886"/>
                </a:lnTo>
                <a:lnTo>
                  <a:pt x="1080" y="104440"/>
                </a:lnTo>
                <a:lnTo>
                  <a:pt x="931" y="104031"/>
                </a:lnTo>
                <a:lnTo>
                  <a:pt x="819" y="103621"/>
                </a:lnTo>
                <a:lnTo>
                  <a:pt x="708" y="103212"/>
                </a:lnTo>
                <a:lnTo>
                  <a:pt x="671" y="102803"/>
                </a:lnTo>
                <a:lnTo>
                  <a:pt x="633" y="102394"/>
                </a:lnTo>
                <a:lnTo>
                  <a:pt x="633" y="102021"/>
                </a:lnTo>
                <a:lnTo>
                  <a:pt x="671" y="101649"/>
                </a:lnTo>
                <a:lnTo>
                  <a:pt x="708" y="101277"/>
                </a:lnTo>
                <a:lnTo>
                  <a:pt x="782" y="100942"/>
                </a:lnTo>
                <a:lnTo>
                  <a:pt x="894" y="100570"/>
                </a:lnTo>
                <a:lnTo>
                  <a:pt x="1117" y="100087"/>
                </a:lnTo>
                <a:lnTo>
                  <a:pt x="1415" y="99603"/>
                </a:lnTo>
                <a:lnTo>
                  <a:pt x="1750" y="99119"/>
                </a:lnTo>
                <a:lnTo>
                  <a:pt x="2159" y="98673"/>
                </a:lnTo>
                <a:lnTo>
                  <a:pt x="2643" y="98226"/>
                </a:lnTo>
                <a:lnTo>
                  <a:pt x="3163" y="97780"/>
                </a:lnTo>
                <a:lnTo>
                  <a:pt x="3759" y="97371"/>
                </a:lnTo>
                <a:lnTo>
                  <a:pt x="4429" y="96961"/>
                </a:lnTo>
                <a:lnTo>
                  <a:pt x="5135" y="96589"/>
                </a:lnTo>
                <a:lnTo>
                  <a:pt x="5917" y="96217"/>
                </a:lnTo>
                <a:lnTo>
                  <a:pt x="6773" y="95882"/>
                </a:lnTo>
                <a:lnTo>
                  <a:pt x="7666" y="95547"/>
                </a:lnTo>
                <a:lnTo>
                  <a:pt x="8633" y="95213"/>
                </a:lnTo>
                <a:lnTo>
                  <a:pt x="9675" y="94915"/>
                </a:lnTo>
                <a:lnTo>
                  <a:pt x="10754" y="94617"/>
                </a:lnTo>
                <a:lnTo>
                  <a:pt x="11907" y="94357"/>
                </a:lnTo>
                <a:lnTo>
                  <a:pt x="14140" y="93910"/>
                </a:lnTo>
                <a:lnTo>
                  <a:pt x="16558" y="93501"/>
                </a:lnTo>
                <a:lnTo>
                  <a:pt x="19162" y="93129"/>
                </a:lnTo>
                <a:lnTo>
                  <a:pt x="21990" y="92831"/>
                </a:lnTo>
                <a:lnTo>
                  <a:pt x="25004" y="92571"/>
                </a:lnTo>
                <a:lnTo>
                  <a:pt x="28204" y="92348"/>
                </a:lnTo>
                <a:lnTo>
                  <a:pt x="31664" y="92199"/>
                </a:lnTo>
                <a:lnTo>
                  <a:pt x="35348" y="92087"/>
                </a:lnTo>
                <a:lnTo>
                  <a:pt x="38845" y="92013"/>
                </a:lnTo>
                <a:lnTo>
                  <a:pt x="42491" y="91976"/>
                </a:lnTo>
                <a:lnTo>
                  <a:pt x="46212" y="91976"/>
                </a:lnTo>
                <a:lnTo>
                  <a:pt x="49970" y="92050"/>
                </a:lnTo>
                <a:lnTo>
                  <a:pt x="53839" y="92124"/>
                </a:lnTo>
                <a:lnTo>
                  <a:pt x="57746" y="92199"/>
                </a:lnTo>
                <a:lnTo>
                  <a:pt x="65708" y="92496"/>
                </a:lnTo>
                <a:lnTo>
                  <a:pt x="73708" y="92831"/>
                </a:lnTo>
                <a:lnTo>
                  <a:pt x="81782" y="93241"/>
                </a:lnTo>
                <a:lnTo>
                  <a:pt x="89707" y="93650"/>
                </a:lnTo>
                <a:lnTo>
                  <a:pt x="97520" y="94096"/>
                </a:lnTo>
                <a:lnTo>
                  <a:pt x="110469" y="94841"/>
                </a:lnTo>
                <a:lnTo>
                  <a:pt x="111808" y="94878"/>
                </a:lnTo>
                <a:lnTo>
                  <a:pt x="113073" y="94878"/>
                </a:lnTo>
                <a:lnTo>
                  <a:pt x="114301" y="94841"/>
                </a:lnTo>
                <a:lnTo>
                  <a:pt x="115417" y="94766"/>
                </a:lnTo>
                <a:lnTo>
                  <a:pt x="116496" y="94617"/>
                </a:lnTo>
                <a:lnTo>
                  <a:pt x="117501" y="94431"/>
                </a:lnTo>
                <a:lnTo>
                  <a:pt x="118431" y="94208"/>
                </a:lnTo>
                <a:lnTo>
                  <a:pt x="119287" y="93910"/>
                </a:lnTo>
                <a:lnTo>
                  <a:pt x="120105" y="93575"/>
                </a:lnTo>
                <a:lnTo>
                  <a:pt x="120812" y="93203"/>
                </a:lnTo>
                <a:lnTo>
                  <a:pt x="121482" y="92794"/>
                </a:lnTo>
                <a:lnTo>
                  <a:pt x="122040" y="92348"/>
                </a:lnTo>
                <a:lnTo>
                  <a:pt x="122561" y="91827"/>
                </a:lnTo>
                <a:lnTo>
                  <a:pt x="123007" y="91269"/>
                </a:lnTo>
                <a:lnTo>
                  <a:pt x="123379" y="90673"/>
                </a:lnTo>
                <a:lnTo>
                  <a:pt x="123677" y="90004"/>
                </a:lnTo>
                <a:lnTo>
                  <a:pt x="123826" y="89557"/>
                </a:lnTo>
                <a:lnTo>
                  <a:pt x="123975" y="89036"/>
                </a:lnTo>
                <a:lnTo>
                  <a:pt x="124049" y="88515"/>
                </a:lnTo>
                <a:lnTo>
                  <a:pt x="124124" y="87994"/>
                </a:lnTo>
                <a:lnTo>
                  <a:pt x="124161" y="87436"/>
                </a:lnTo>
                <a:lnTo>
                  <a:pt x="124161" y="86841"/>
                </a:lnTo>
                <a:lnTo>
                  <a:pt x="124124" y="86246"/>
                </a:lnTo>
                <a:lnTo>
                  <a:pt x="124049" y="85613"/>
                </a:lnTo>
                <a:lnTo>
                  <a:pt x="123937" y="84981"/>
                </a:lnTo>
                <a:lnTo>
                  <a:pt x="123789" y="84311"/>
                </a:lnTo>
                <a:lnTo>
                  <a:pt x="123640" y="83604"/>
                </a:lnTo>
                <a:lnTo>
                  <a:pt x="123417" y="82897"/>
                </a:lnTo>
                <a:lnTo>
                  <a:pt x="123193" y="82153"/>
                </a:lnTo>
                <a:lnTo>
                  <a:pt x="122896" y="81409"/>
                </a:lnTo>
                <a:lnTo>
                  <a:pt x="122598" y="80627"/>
                </a:lnTo>
                <a:lnTo>
                  <a:pt x="122263" y="79846"/>
                </a:lnTo>
                <a:lnTo>
                  <a:pt x="121556" y="78358"/>
                </a:lnTo>
                <a:lnTo>
                  <a:pt x="120738" y="76795"/>
                </a:lnTo>
                <a:lnTo>
                  <a:pt x="119808" y="75195"/>
                </a:lnTo>
                <a:lnTo>
                  <a:pt x="118803" y="73484"/>
                </a:lnTo>
                <a:lnTo>
                  <a:pt x="117650" y="71735"/>
                </a:lnTo>
                <a:lnTo>
                  <a:pt x="116422" y="69912"/>
                </a:lnTo>
                <a:lnTo>
                  <a:pt x="115045" y="68014"/>
                </a:lnTo>
                <a:lnTo>
                  <a:pt x="113594" y="66042"/>
                </a:lnTo>
                <a:lnTo>
                  <a:pt x="112292" y="64331"/>
                </a:lnTo>
                <a:lnTo>
                  <a:pt x="110915" y="62582"/>
                </a:lnTo>
                <a:lnTo>
                  <a:pt x="109464" y="60796"/>
                </a:lnTo>
                <a:lnTo>
                  <a:pt x="107938" y="58973"/>
                </a:lnTo>
                <a:lnTo>
                  <a:pt x="106301" y="57075"/>
                </a:lnTo>
                <a:lnTo>
                  <a:pt x="104627" y="55141"/>
                </a:lnTo>
                <a:lnTo>
                  <a:pt x="102878" y="53169"/>
                </a:lnTo>
                <a:lnTo>
                  <a:pt x="101055" y="51160"/>
                </a:lnTo>
                <a:lnTo>
                  <a:pt x="99158" y="49076"/>
                </a:lnTo>
                <a:lnTo>
                  <a:pt x="97186" y="46992"/>
                </a:lnTo>
                <a:lnTo>
                  <a:pt x="93018" y="42639"/>
                </a:lnTo>
                <a:lnTo>
                  <a:pt x="88591" y="38100"/>
                </a:lnTo>
                <a:lnTo>
                  <a:pt x="83866" y="33449"/>
                </a:lnTo>
                <a:lnTo>
                  <a:pt x="78731" y="28501"/>
                </a:lnTo>
                <a:lnTo>
                  <a:pt x="73671" y="23664"/>
                </a:lnTo>
                <a:lnTo>
                  <a:pt x="68685" y="19050"/>
                </a:lnTo>
                <a:lnTo>
                  <a:pt x="63848" y="14622"/>
                </a:lnTo>
                <a:lnTo>
                  <a:pt x="59234" y="10455"/>
                </a:lnTo>
                <a:lnTo>
                  <a:pt x="54881" y="6586"/>
                </a:lnTo>
                <a:lnTo>
                  <a:pt x="50900" y="3088"/>
                </a:lnTo>
                <a:lnTo>
                  <a:pt x="47365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sldNum" idx="1"/>
          </p:nvPr>
        </p:nvSpPr>
        <p:spPr>
          <a:xfrm>
            <a:off x="6080760" y="3995640"/>
            <a:ext cx="2834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700" spc="-1" strike="noStrike">
                <a:solidFill>
                  <a:schemeClr val="dk2"/>
                </a:solidFill>
                <a:latin typeface="Nunito Sans"/>
                <a:ea typeface="Nuni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Month </a:t>
            </a:r>
            <a:r>
              <a:rPr b="0" lang="en" sz="600" spc="-1" strike="noStrike">
                <a:solidFill>
                  <a:schemeClr val="dk2"/>
                </a:solidFill>
                <a:latin typeface="Nunito Sans"/>
                <a:ea typeface="Nunito Sans"/>
              </a:rPr>
              <a:t>🞹</a:t>
            </a:r>
            <a:r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 Year </a:t>
            </a:r>
            <a:r>
              <a:rPr b="0" lang="en" sz="600" spc="-1" strike="noStrike">
                <a:solidFill>
                  <a:schemeClr val="dk2"/>
                </a:solidFill>
                <a:latin typeface="Nunito Sans"/>
                <a:ea typeface="Nunito Sans"/>
              </a:rPr>
              <a:t>🞹</a:t>
            </a:r>
            <a:r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 </a:t>
            </a:r>
            <a:fld id="{83ABDC88-80B7-406D-AD9E-53E01F350B52}" type="slidenum"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28600" y="1647000"/>
            <a:ext cx="4296240" cy="30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212440" y="460440"/>
            <a:ext cx="3702600" cy="41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962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Google Shape;150;p14"/>
          <p:cNvSpPr/>
          <p:nvPr/>
        </p:nvSpPr>
        <p:spPr>
          <a:xfrm>
            <a:off x="7766280" y="148680"/>
            <a:ext cx="1377360" cy="2421360"/>
          </a:xfrm>
          <a:custGeom>
            <a:avLst/>
            <a:gdLst>
              <a:gd name="textAreaLeft" fmla="*/ 0 w 1377360"/>
              <a:gd name="textAreaRight" fmla="*/ 1377720 w 1377360"/>
              <a:gd name="textAreaTop" fmla="*/ 0 h 2421360"/>
              <a:gd name="textAreaBottom" fmla="*/ 2421720 h 2421360"/>
            </a:gdLst>
            <a:ahLst/>
            <a:rect l="textAreaLeft" t="textAreaTop" r="textAreaRight" b="textAreaBottom"/>
            <a:pathLst>
              <a:path w="43049" h="75680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Google Shape;151;p14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B4A7B923-6523-4BCF-998E-A302C949C163}" type="slidenum"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154;p15" descr=""/>
          <p:cNvPicPr/>
          <p:nvPr/>
        </p:nvPicPr>
        <p:blipFill>
          <a:blip r:embed="rId2"/>
          <a:srcRect l="0" t="0" r="0" b="59415"/>
          <a:stretch/>
        </p:blipFill>
        <p:spPr>
          <a:xfrm>
            <a:off x="4246560" y="3605040"/>
            <a:ext cx="3790800" cy="1537920"/>
          </a:xfrm>
          <a:prstGeom prst="rect">
            <a:avLst/>
          </a:prstGeom>
          <a:ln w="0">
            <a:noFill/>
          </a:ln>
        </p:spPr>
      </p:pic>
      <p:sp>
        <p:nvSpPr>
          <p:cNvPr id="29" name="Google Shape;155;p15"/>
          <p:cNvSpPr/>
          <p:nvPr/>
        </p:nvSpPr>
        <p:spPr>
          <a:xfrm rot="16200000">
            <a:off x="5153040" y="-3996000"/>
            <a:ext cx="7977960" cy="7977960"/>
          </a:xfrm>
          <a:prstGeom prst="pie">
            <a:avLst>
              <a:gd name="adj1" fmla="val 10792592"/>
              <a:gd name="adj2" fmla="val 16198514"/>
            </a:avLst>
          </a:prstGeom>
          <a:gradFill rotWithShape="0">
            <a:gsLst>
              <a:gs pos="0">
                <a:srgbClr val="1f1f1f"/>
              </a:gs>
              <a:gs pos="50000">
                <a:srgbClr val="1f1f1f"/>
              </a:gs>
              <a:gs pos="100000">
                <a:srgbClr val="6ad1fa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Google Shape;156;p15" descr=""/>
          <p:cNvPicPr/>
          <p:nvPr/>
        </p:nvPicPr>
        <p:blipFill>
          <a:blip r:embed="rId3"/>
          <a:srcRect l="149" t="0" r="0" b="34689"/>
          <a:stretch/>
        </p:blipFill>
        <p:spPr>
          <a:xfrm rot="10800000">
            <a:off x="3915720" y="-1800"/>
            <a:ext cx="3992400" cy="2611080"/>
          </a:xfrm>
          <a:prstGeom prst="rect">
            <a:avLst/>
          </a:prstGeom>
          <a:ln w="0">
            <a:noFill/>
          </a:ln>
        </p:spPr>
      </p:pic>
      <p:sp>
        <p:nvSpPr>
          <p:cNvPr id="31" name="Google Shape;157;p15"/>
          <p:cNvSpPr/>
          <p:nvPr/>
        </p:nvSpPr>
        <p:spPr>
          <a:xfrm>
            <a:off x="4638600" y="1838160"/>
            <a:ext cx="4505040" cy="3304800"/>
          </a:xfrm>
          <a:custGeom>
            <a:avLst/>
            <a:gdLst>
              <a:gd name="textAreaLeft" fmla="*/ 0 w 4505040"/>
              <a:gd name="textAreaRight" fmla="*/ 4505400 w 4505040"/>
              <a:gd name="textAreaTop" fmla="*/ 0 h 3304800"/>
              <a:gd name="textAreaBottom" fmla="*/ 3305160 h 3304800"/>
            </a:gdLst>
            <a:ahLst/>
            <a:rect l="textAreaLeft" t="textAreaTop" r="textAreaRight" b="textAreaBottom"/>
            <a:pathLst>
              <a:path w="140792" h="103287">
                <a:moveTo>
                  <a:pt x="23664" y="596"/>
                </a:moveTo>
                <a:lnTo>
                  <a:pt x="24892" y="633"/>
                </a:lnTo>
                <a:lnTo>
                  <a:pt x="26120" y="670"/>
                </a:lnTo>
                <a:lnTo>
                  <a:pt x="27348" y="782"/>
                </a:lnTo>
                <a:lnTo>
                  <a:pt x="28576" y="931"/>
                </a:lnTo>
                <a:lnTo>
                  <a:pt x="29766" y="1117"/>
                </a:lnTo>
                <a:lnTo>
                  <a:pt x="30994" y="1340"/>
                </a:lnTo>
                <a:lnTo>
                  <a:pt x="32185" y="1600"/>
                </a:lnTo>
                <a:lnTo>
                  <a:pt x="33413" y="1898"/>
                </a:lnTo>
                <a:lnTo>
                  <a:pt x="34603" y="2233"/>
                </a:lnTo>
                <a:lnTo>
                  <a:pt x="35794" y="2642"/>
                </a:lnTo>
                <a:lnTo>
                  <a:pt x="36984" y="3051"/>
                </a:lnTo>
                <a:lnTo>
                  <a:pt x="38138" y="3498"/>
                </a:lnTo>
                <a:lnTo>
                  <a:pt x="39328" y="3982"/>
                </a:lnTo>
                <a:lnTo>
                  <a:pt x="40482" y="4503"/>
                </a:lnTo>
                <a:lnTo>
                  <a:pt x="41598" y="5098"/>
                </a:lnTo>
                <a:lnTo>
                  <a:pt x="42751" y="5693"/>
                </a:lnTo>
                <a:lnTo>
                  <a:pt x="43868" y="6326"/>
                </a:lnTo>
                <a:lnTo>
                  <a:pt x="44947" y="6995"/>
                </a:lnTo>
                <a:lnTo>
                  <a:pt x="46175" y="7777"/>
                </a:lnTo>
                <a:lnTo>
                  <a:pt x="47365" y="8633"/>
                </a:lnTo>
                <a:lnTo>
                  <a:pt x="48556" y="9526"/>
                </a:lnTo>
                <a:lnTo>
                  <a:pt x="49672" y="10418"/>
                </a:lnTo>
                <a:lnTo>
                  <a:pt x="50788" y="11386"/>
                </a:lnTo>
                <a:lnTo>
                  <a:pt x="51867" y="12353"/>
                </a:lnTo>
                <a:lnTo>
                  <a:pt x="52909" y="13395"/>
                </a:lnTo>
                <a:lnTo>
                  <a:pt x="53914" y="14474"/>
                </a:lnTo>
                <a:lnTo>
                  <a:pt x="54881" y="15553"/>
                </a:lnTo>
                <a:lnTo>
                  <a:pt x="55811" y="16706"/>
                </a:lnTo>
                <a:lnTo>
                  <a:pt x="56741" y="17860"/>
                </a:lnTo>
                <a:lnTo>
                  <a:pt x="57597" y="19050"/>
                </a:lnTo>
                <a:lnTo>
                  <a:pt x="58453" y="20316"/>
                </a:lnTo>
                <a:lnTo>
                  <a:pt x="59271" y="21581"/>
                </a:lnTo>
                <a:lnTo>
                  <a:pt x="60053" y="22883"/>
                </a:lnTo>
                <a:lnTo>
                  <a:pt x="60797" y="24222"/>
                </a:lnTo>
                <a:lnTo>
                  <a:pt x="62360" y="27310"/>
                </a:lnTo>
                <a:lnTo>
                  <a:pt x="63848" y="30324"/>
                </a:lnTo>
                <a:lnTo>
                  <a:pt x="65187" y="33264"/>
                </a:lnTo>
                <a:lnTo>
                  <a:pt x="65820" y="34752"/>
                </a:lnTo>
                <a:lnTo>
                  <a:pt x="66415" y="36166"/>
                </a:lnTo>
                <a:lnTo>
                  <a:pt x="66973" y="37617"/>
                </a:lnTo>
                <a:lnTo>
                  <a:pt x="67531" y="39031"/>
                </a:lnTo>
                <a:lnTo>
                  <a:pt x="68015" y="40444"/>
                </a:lnTo>
                <a:lnTo>
                  <a:pt x="68499" y="41821"/>
                </a:lnTo>
                <a:lnTo>
                  <a:pt x="68945" y="43198"/>
                </a:lnTo>
                <a:lnTo>
                  <a:pt x="69392" y="44574"/>
                </a:lnTo>
                <a:lnTo>
                  <a:pt x="69764" y="45951"/>
                </a:lnTo>
                <a:lnTo>
                  <a:pt x="70136" y="47291"/>
                </a:lnTo>
                <a:lnTo>
                  <a:pt x="70471" y="48630"/>
                </a:lnTo>
                <a:lnTo>
                  <a:pt x="70768" y="49969"/>
                </a:lnTo>
                <a:lnTo>
                  <a:pt x="71029" y="51309"/>
                </a:lnTo>
                <a:lnTo>
                  <a:pt x="71252" y="52611"/>
                </a:lnTo>
                <a:lnTo>
                  <a:pt x="71475" y="53913"/>
                </a:lnTo>
                <a:lnTo>
                  <a:pt x="71661" y="55216"/>
                </a:lnTo>
                <a:lnTo>
                  <a:pt x="71810" y="56518"/>
                </a:lnTo>
                <a:lnTo>
                  <a:pt x="71959" y="57783"/>
                </a:lnTo>
                <a:lnTo>
                  <a:pt x="72033" y="59048"/>
                </a:lnTo>
                <a:lnTo>
                  <a:pt x="72108" y="60350"/>
                </a:lnTo>
                <a:lnTo>
                  <a:pt x="72145" y="61578"/>
                </a:lnTo>
                <a:lnTo>
                  <a:pt x="72182" y="62843"/>
                </a:lnTo>
                <a:lnTo>
                  <a:pt x="72145" y="64108"/>
                </a:lnTo>
                <a:lnTo>
                  <a:pt x="72108" y="65336"/>
                </a:lnTo>
                <a:lnTo>
                  <a:pt x="72033" y="66601"/>
                </a:lnTo>
                <a:lnTo>
                  <a:pt x="71922" y="67829"/>
                </a:lnTo>
                <a:lnTo>
                  <a:pt x="71810" y="69057"/>
                </a:lnTo>
                <a:lnTo>
                  <a:pt x="71661" y="70284"/>
                </a:lnTo>
                <a:lnTo>
                  <a:pt x="71475" y="71512"/>
                </a:lnTo>
                <a:lnTo>
                  <a:pt x="71252" y="72703"/>
                </a:lnTo>
                <a:lnTo>
                  <a:pt x="71029" y="73931"/>
                </a:lnTo>
                <a:lnTo>
                  <a:pt x="70768" y="75121"/>
                </a:lnTo>
                <a:lnTo>
                  <a:pt x="70471" y="76349"/>
                </a:lnTo>
                <a:lnTo>
                  <a:pt x="70136" y="77540"/>
                </a:lnTo>
                <a:lnTo>
                  <a:pt x="67420" y="77205"/>
                </a:lnTo>
                <a:lnTo>
                  <a:pt x="64666" y="76758"/>
                </a:lnTo>
                <a:lnTo>
                  <a:pt x="62285" y="76312"/>
                </a:lnTo>
                <a:lnTo>
                  <a:pt x="59867" y="75828"/>
                </a:lnTo>
                <a:lnTo>
                  <a:pt x="57448" y="75307"/>
                </a:lnTo>
                <a:lnTo>
                  <a:pt x="54993" y="74675"/>
                </a:lnTo>
                <a:lnTo>
                  <a:pt x="52537" y="74042"/>
                </a:lnTo>
                <a:lnTo>
                  <a:pt x="50118" y="73335"/>
                </a:lnTo>
                <a:lnTo>
                  <a:pt x="47663" y="72591"/>
                </a:lnTo>
                <a:lnTo>
                  <a:pt x="45244" y="71810"/>
                </a:lnTo>
                <a:lnTo>
                  <a:pt x="42826" y="70954"/>
                </a:lnTo>
                <a:lnTo>
                  <a:pt x="40445" y="70098"/>
                </a:lnTo>
                <a:lnTo>
                  <a:pt x="38063" y="69168"/>
                </a:lnTo>
                <a:lnTo>
                  <a:pt x="35719" y="68201"/>
                </a:lnTo>
                <a:lnTo>
                  <a:pt x="33413" y="67196"/>
                </a:lnTo>
                <a:lnTo>
                  <a:pt x="31180" y="66154"/>
                </a:lnTo>
                <a:lnTo>
                  <a:pt x="28948" y="65113"/>
                </a:lnTo>
                <a:lnTo>
                  <a:pt x="26790" y="63996"/>
                </a:lnTo>
                <a:lnTo>
                  <a:pt x="25450" y="63290"/>
                </a:lnTo>
                <a:lnTo>
                  <a:pt x="24185" y="62545"/>
                </a:lnTo>
                <a:lnTo>
                  <a:pt x="22920" y="61801"/>
                </a:lnTo>
                <a:lnTo>
                  <a:pt x="21692" y="61020"/>
                </a:lnTo>
                <a:lnTo>
                  <a:pt x="20464" y="60201"/>
                </a:lnTo>
                <a:lnTo>
                  <a:pt x="19311" y="59383"/>
                </a:lnTo>
                <a:lnTo>
                  <a:pt x="18158" y="58564"/>
                </a:lnTo>
                <a:lnTo>
                  <a:pt x="17079" y="57709"/>
                </a:lnTo>
                <a:lnTo>
                  <a:pt x="16000" y="56816"/>
                </a:lnTo>
                <a:lnTo>
                  <a:pt x="14958" y="55923"/>
                </a:lnTo>
                <a:lnTo>
                  <a:pt x="13953" y="54992"/>
                </a:lnTo>
                <a:lnTo>
                  <a:pt x="12986" y="54062"/>
                </a:lnTo>
                <a:lnTo>
                  <a:pt x="12056" y="53095"/>
                </a:lnTo>
                <a:lnTo>
                  <a:pt x="11126" y="52127"/>
                </a:lnTo>
                <a:lnTo>
                  <a:pt x="10270" y="51123"/>
                </a:lnTo>
                <a:lnTo>
                  <a:pt x="9451" y="50118"/>
                </a:lnTo>
                <a:lnTo>
                  <a:pt x="8707" y="49188"/>
                </a:lnTo>
                <a:lnTo>
                  <a:pt x="8037" y="48258"/>
                </a:lnTo>
                <a:lnTo>
                  <a:pt x="7368" y="47328"/>
                </a:lnTo>
                <a:lnTo>
                  <a:pt x="6772" y="46360"/>
                </a:lnTo>
                <a:lnTo>
                  <a:pt x="6177" y="45430"/>
                </a:lnTo>
                <a:lnTo>
                  <a:pt x="5582" y="44426"/>
                </a:lnTo>
                <a:lnTo>
                  <a:pt x="5061" y="43458"/>
                </a:lnTo>
                <a:lnTo>
                  <a:pt x="4540" y="42454"/>
                </a:lnTo>
                <a:lnTo>
                  <a:pt x="4056" y="41449"/>
                </a:lnTo>
                <a:lnTo>
                  <a:pt x="3610" y="40444"/>
                </a:lnTo>
                <a:lnTo>
                  <a:pt x="3200" y="39403"/>
                </a:lnTo>
                <a:lnTo>
                  <a:pt x="2828" y="38361"/>
                </a:lnTo>
                <a:lnTo>
                  <a:pt x="2456" y="37319"/>
                </a:lnTo>
                <a:lnTo>
                  <a:pt x="2121" y="36277"/>
                </a:lnTo>
                <a:lnTo>
                  <a:pt x="1824" y="35198"/>
                </a:lnTo>
                <a:lnTo>
                  <a:pt x="1563" y="34119"/>
                </a:lnTo>
                <a:lnTo>
                  <a:pt x="1377" y="33264"/>
                </a:lnTo>
                <a:lnTo>
                  <a:pt x="1191" y="32371"/>
                </a:lnTo>
                <a:lnTo>
                  <a:pt x="894" y="30585"/>
                </a:lnTo>
                <a:lnTo>
                  <a:pt x="708" y="28799"/>
                </a:lnTo>
                <a:lnTo>
                  <a:pt x="596" y="27013"/>
                </a:lnTo>
                <a:lnTo>
                  <a:pt x="596" y="25227"/>
                </a:lnTo>
                <a:lnTo>
                  <a:pt x="670" y="23478"/>
                </a:lnTo>
                <a:lnTo>
                  <a:pt x="819" y="21767"/>
                </a:lnTo>
                <a:lnTo>
                  <a:pt x="1042" y="20055"/>
                </a:lnTo>
                <a:lnTo>
                  <a:pt x="1377" y="18381"/>
                </a:lnTo>
                <a:lnTo>
                  <a:pt x="1749" y="16744"/>
                </a:lnTo>
                <a:lnTo>
                  <a:pt x="2010" y="15925"/>
                </a:lnTo>
                <a:lnTo>
                  <a:pt x="2233" y="15144"/>
                </a:lnTo>
                <a:lnTo>
                  <a:pt x="2531" y="14362"/>
                </a:lnTo>
                <a:lnTo>
                  <a:pt x="2791" y="13581"/>
                </a:lnTo>
                <a:lnTo>
                  <a:pt x="3126" y="12837"/>
                </a:lnTo>
                <a:lnTo>
                  <a:pt x="3424" y="12130"/>
                </a:lnTo>
                <a:lnTo>
                  <a:pt x="3796" y="11386"/>
                </a:lnTo>
                <a:lnTo>
                  <a:pt x="4168" y="10679"/>
                </a:lnTo>
                <a:lnTo>
                  <a:pt x="4540" y="10009"/>
                </a:lnTo>
                <a:lnTo>
                  <a:pt x="4949" y="9339"/>
                </a:lnTo>
                <a:lnTo>
                  <a:pt x="5358" y="8670"/>
                </a:lnTo>
                <a:lnTo>
                  <a:pt x="5805" y="8037"/>
                </a:lnTo>
                <a:lnTo>
                  <a:pt x="6512" y="7181"/>
                </a:lnTo>
                <a:lnTo>
                  <a:pt x="7256" y="6363"/>
                </a:lnTo>
                <a:lnTo>
                  <a:pt x="8075" y="5582"/>
                </a:lnTo>
                <a:lnTo>
                  <a:pt x="8967" y="4875"/>
                </a:lnTo>
                <a:lnTo>
                  <a:pt x="9898" y="4205"/>
                </a:lnTo>
                <a:lnTo>
                  <a:pt x="10902" y="3610"/>
                </a:lnTo>
                <a:lnTo>
                  <a:pt x="11981" y="3051"/>
                </a:lnTo>
                <a:lnTo>
                  <a:pt x="13097" y="2531"/>
                </a:lnTo>
                <a:lnTo>
                  <a:pt x="14251" y="2084"/>
                </a:lnTo>
                <a:lnTo>
                  <a:pt x="15479" y="1712"/>
                </a:lnTo>
                <a:lnTo>
                  <a:pt x="16744" y="1377"/>
                </a:lnTo>
                <a:lnTo>
                  <a:pt x="18046" y="1080"/>
                </a:lnTo>
                <a:lnTo>
                  <a:pt x="19423" y="893"/>
                </a:lnTo>
                <a:lnTo>
                  <a:pt x="20799" y="707"/>
                </a:lnTo>
                <a:lnTo>
                  <a:pt x="22213" y="633"/>
                </a:lnTo>
                <a:lnTo>
                  <a:pt x="23664" y="596"/>
                </a:lnTo>
                <a:close/>
                <a:moveTo>
                  <a:pt x="22809" y="1"/>
                </a:moveTo>
                <a:lnTo>
                  <a:pt x="21209" y="112"/>
                </a:lnTo>
                <a:lnTo>
                  <a:pt x="19609" y="261"/>
                </a:lnTo>
                <a:lnTo>
                  <a:pt x="18083" y="484"/>
                </a:lnTo>
                <a:lnTo>
                  <a:pt x="16595" y="782"/>
                </a:lnTo>
                <a:lnTo>
                  <a:pt x="15181" y="1191"/>
                </a:lnTo>
                <a:lnTo>
                  <a:pt x="13804" y="1638"/>
                </a:lnTo>
                <a:lnTo>
                  <a:pt x="12502" y="2159"/>
                </a:lnTo>
                <a:lnTo>
                  <a:pt x="11870" y="2456"/>
                </a:lnTo>
                <a:lnTo>
                  <a:pt x="11237" y="2754"/>
                </a:lnTo>
                <a:lnTo>
                  <a:pt x="10642" y="3089"/>
                </a:lnTo>
                <a:lnTo>
                  <a:pt x="10084" y="3424"/>
                </a:lnTo>
                <a:lnTo>
                  <a:pt x="9488" y="3758"/>
                </a:lnTo>
                <a:lnTo>
                  <a:pt x="8967" y="4130"/>
                </a:lnTo>
                <a:lnTo>
                  <a:pt x="8447" y="4540"/>
                </a:lnTo>
                <a:lnTo>
                  <a:pt x="7926" y="4949"/>
                </a:lnTo>
                <a:lnTo>
                  <a:pt x="7442" y="5358"/>
                </a:lnTo>
                <a:lnTo>
                  <a:pt x="6996" y="5805"/>
                </a:lnTo>
                <a:lnTo>
                  <a:pt x="6549" y="6251"/>
                </a:lnTo>
                <a:lnTo>
                  <a:pt x="6103" y="6698"/>
                </a:lnTo>
                <a:lnTo>
                  <a:pt x="5730" y="7181"/>
                </a:lnTo>
                <a:lnTo>
                  <a:pt x="5321" y="7702"/>
                </a:lnTo>
                <a:lnTo>
                  <a:pt x="4912" y="8298"/>
                </a:lnTo>
                <a:lnTo>
                  <a:pt x="4503" y="8930"/>
                </a:lnTo>
                <a:lnTo>
                  <a:pt x="4093" y="9600"/>
                </a:lnTo>
                <a:lnTo>
                  <a:pt x="3721" y="10270"/>
                </a:lnTo>
                <a:lnTo>
                  <a:pt x="3349" y="10939"/>
                </a:lnTo>
                <a:lnTo>
                  <a:pt x="2977" y="11646"/>
                </a:lnTo>
                <a:lnTo>
                  <a:pt x="2680" y="12390"/>
                </a:lnTo>
                <a:lnTo>
                  <a:pt x="2345" y="13135"/>
                </a:lnTo>
                <a:lnTo>
                  <a:pt x="1787" y="14623"/>
                </a:lnTo>
                <a:lnTo>
                  <a:pt x="1303" y="16223"/>
                </a:lnTo>
                <a:lnTo>
                  <a:pt x="856" y="17823"/>
                </a:lnTo>
                <a:lnTo>
                  <a:pt x="522" y="19497"/>
                </a:lnTo>
                <a:lnTo>
                  <a:pt x="373" y="20390"/>
                </a:lnTo>
                <a:lnTo>
                  <a:pt x="261" y="21283"/>
                </a:lnTo>
                <a:lnTo>
                  <a:pt x="149" y="22213"/>
                </a:lnTo>
                <a:lnTo>
                  <a:pt x="75" y="23106"/>
                </a:lnTo>
                <a:lnTo>
                  <a:pt x="38" y="24036"/>
                </a:lnTo>
                <a:lnTo>
                  <a:pt x="1" y="24966"/>
                </a:lnTo>
                <a:lnTo>
                  <a:pt x="1" y="25897"/>
                </a:lnTo>
                <a:lnTo>
                  <a:pt x="1" y="26827"/>
                </a:lnTo>
                <a:lnTo>
                  <a:pt x="38" y="27757"/>
                </a:lnTo>
                <a:lnTo>
                  <a:pt x="112" y="28687"/>
                </a:lnTo>
                <a:lnTo>
                  <a:pt x="187" y="29617"/>
                </a:lnTo>
                <a:lnTo>
                  <a:pt x="298" y="30547"/>
                </a:lnTo>
                <a:lnTo>
                  <a:pt x="447" y="31478"/>
                </a:lnTo>
                <a:lnTo>
                  <a:pt x="596" y="32408"/>
                </a:lnTo>
                <a:lnTo>
                  <a:pt x="782" y="33338"/>
                </a:lnTo>
                <a:lnTo>
                  <a:pt x="968" y="34268"/>
                </a:lnTo>
                <a:lnTo>
                  <a:pt x="1266" y="35347"/>
                </a:lnTo>
                <a:lnTo>
                  <a:pt x="1563" y="36426"/>
                </a:lnTo>
                <a:lnTo>
                  <a:pt x="1898" y="37505"/>
                </a:lnTo>
                <a:lnTo>
                  <a:pt x="2270" y="38584"/>
                </a:lnTo>
                <a:lnTo>
                  <a:pt x="2642" y="39626"/>
                </a:lnTo>
                <a:lnTo>
                  <a:pt x="3089" y="40668"/>
                </a:lnTo>
                <a:lnTo>
                  <a:pt x="3535" y="41710"/>
                </a:lnTo>
                <a:lnTo>
                  <a:pt x="4019" y="42714"/>
                </a:lnTo>
                <a:lnTo>
                  <a:pt x="4540" y="43719"/>
                </a:lnTo>
                <a:lnTo>
                  <a:pt x="5061" y="44723"/>
                </a:lnTo>
                <a:lnTo>
                  <a:pt x="5656" y="45728"/>
                </a:lnTo>
                <a:lnTo>
                  <a:pt x="6251" y="46695"/>
                </a:lnTo>
                <a:lnTo>
                  <a:pt x="6884" y="47663"/>
                </a:lnTo>
                <a:lnTo>
                  <a:pt x="7554" y="48630"/>
                </a:lnTo>
                <a:lnTo>
                  <a:pt x="8261" y="49560"/>
                </a:lnTo>
                <a:lnTo>
                  <a:pt x="8967" y="50490"/>
                </a:lnTo>
                <a:lnTo>
                  <a:pt x="9823" y="51495"/>
                </a:lnTo>
                <a:lnTo>
                  <a:pt x="10679" y="52537"/>
                </a:lnTo>
                <a:lnTo>
                  <a:pt x="11609" y="53504"/>
                </a:lnTo>
                <a:lnTo>
                  <a:pt x="12577" y="54471"/>
                </a:lnTo>
                <a:lnTo>
                  <a:pt x="13544" y="55439"/>
                </a:lnTo>
                <a:lnTo>
                  <a:pt x="14549" y="56369"/>
                </a:lnTo>
                <a:lnTo>
                  <a:pt x="15628" y="57262"/>
                </a:lnTo>
                <a:lnTo>
                  <a:pt x="16707" y="58155"/>
                </a:lnTo>
                <a:lnTo>
                  <a:pt x="17823" y="59048"/>
                </a:lnTo>
                <a:lnTo>
                  <a:pt x="18939" y="59867"/>
                </a:lnTo>
                <a:lnTo>
                  <a:pt x="20130" y="60722"/>
                </a:lnTo>
                <a:lnTo>
                  <a:pt x="21357" y="61504"/>
                </a:lnTo>
                <a:lnTo>
                  <a:pt x="22585" y="62285"/>
                </a:lnTo>
                <a:lnTo>
                  <a:pt x="23888" y="63066"/>
                </a:lnTo>
                <a:lnTo>
                  <a:pt x="25190" y="63810"/>
                </a:lnTo>
                <a:lnTo>
                  <a:pt x="26529" y="64517"/>
                </a:lnTo>
                <a:lnTo>
                  <a:pt x="28687" y="65634"/>
                </a:lnTo>
                <a:lnTo>
                  <a:pt x="30920" y="66713"/>
                </a:lnTo>
                <a:lnTo>
                  <a:pt x="33189" y="67754"/>
                </a:lnTo>
                <a:lnTo>
                  <a:pt x="35496" y="68759"/>
                </a:lnTo>
                <a:lnTo>
                  <a:pt x="37840" y="69726"/>
                </a:lnTo>
                <a:lnTo>
                  <a:pt x="40221" y="70619"/>
                </a:lnTo>
                <a:lnTo>
                  <a:pt x="42640" y="71512"/>
                </a:lnTo>
                <a:lnTo>
                  <a:pt x="45058" y="72368"/>
                </a:lnTo>
                <a:lnTo>
                  <a:pt x="47477" y="73149"/>
                </a:lnTo>
                <a:lnTo>
                  <a:pt x="49932" y="73931"/>
                </a:lnTo>
                <a:lnTo>
                  <a:pt x="52388" y="74600"/>
                </a:lnTo>
                <a:lnTo>
                  <a:pt x="54844" y="75270"/>
                </a:lnTo>
                <a:lnTo>
                  <a:pt x="57299" y="75865"/>
                </a:lnTo>
                <a:lnTo>
                  <a:pt x="59755" y="76424"/>
                </a:lnTo>
                <a:lnTo>
                  <a:pt x="62174" y="76907"/>
                </a:lnTo>
                <a:lnTo>
                  <a:pt x="64592" y="77354"/>
                </a:lnTo>
                <a:lnTo>
                  <a:pt x="67271" y="77763"/>
                </a:lnTo>
                <a:lnTo>
                  <a:pt x="69950" y="78135"/>
                </a:lnTo>
                <a:lnTo>
                  <a:pt x="69429" y="79884"/>
                </a:lnTo>
                <a:lnTo>
                  <a:pt x="68796" y="81633"/>
                </a:lnTo>
                <a:lnTo>
                  <a:pt x="68127" y="83344"/>
                </a:lnTo>
                <a:lnTo>
                  <a:pt x="67420" y="85093"/>
                </a:lnTo>
                <a:lnTo>
                  <a:pt x="66638" y="86804"/>
                </a:lnTo>
                <a:lnTo>
                  <a:pt x="65783" y="88516"/>
                </a:lnTo>
                <a:lnTo>
                  <a:pt x="64890" y="90227"/>
                </a:lnTo>
                <a:lnTo>
                  <a:pt x="63922" y="91902"/>
                </a:lnTo>
                <a:lnTo>
                  <a:pt x="63029" y="93316"/>
                </a:lnTo>
                <a:lnTo>
                  <a:pt x="62099" y="94767"/>
                </a:lnTo>
                <a:lnTo>
                  <a:pt x="61169" y="96180"/>
                </a:lnTo>
                <a:lnTo>
                  <a:pt x="60127" y="97632"/>
                </a:lnTo>
                <a:lnTo>
                  <a:pt x="59085" y="99045"/>
                </a:lnTo>
                <a:lnTo>
                  <a:pt x="57969" y="100459"/>
                </a:lnTo>
                <a:lnTo>
                  <a:pt x="56853" y="101873"/>
                </a:lnTo>
                <a:lnTo>
                  <a:pt x="55662" y="103287"/>
                </a:lnTo>
                <a:lnTo>
                  <a:pt x="56444" y="103287"/>
                </a:lnTo>
                <a:lnTo>
                  <a:pt x="57597" y="101910"/>
                </a:lnTo>
                <a:lnTo>
                  <a:pt x="58676" y="100534"/>
                </a:lnTo>
                <a:lnTo>
                  <a:pt x="59755" y="99157"/>
                </a:lnTo>
                <a:lnTo>
                  <a:pt x="60760" y="97780"/>
                </a:lnTo>
                <a:lnTo>
                  <a:pt x="61764" y="96367"/>
                </a:lnTo>
                <a:lnTo>
                  <a:pt x="62694" y="94990"/>
                </a:lnTo>
                <a:lnTo>
                  <a:pt x="63587" y="93576"/>
                </a:lnTo>
                <a:lnTo>
                  <a:pt x="64406" y="92199"/>
                </a:lnTo>
                <a:lnTo>
                  <a:pt x="65411" y="90488"/>
                </a:lnTo>
                <a:lnTo>
                  <a:pt x="66304" y="88776"/>
                </a:lnTo>
                <a:lnTo>
                  <a:pt x="67197" y="87028"/>
                </a:lnTo>
                <a:lnTo>
                  <a:pt x="67978" y="85279"/>
                </a:lnTo>
                <a:lnTo>
                  <a:pt x="68722" y="83530"/>
                </a:lnTo>
                <a:lnTo>
                  <a:pt x="69392" y="81744"/>
                </a:lnTo>
                <a:lnTo>
                  <a:pt x="69987" y="79995"/>
                </a:lnTo>
                <a:lnTo>
                  <a:pt x="70545" y="78210"/>
                </a:lnTo>
                <a:lnTo>
                  <a:pt x="72703" y="78433"/>
                </a:lnTo>
                <a:lnTo>
                  <a:pt x="74861" y="78582"/>
                </a:lnTo>
                <a:lnTo>
                  <a:pt x="76945" y="78730"/>
                </a:lnTo>
                <a:lnTo>
                  <a:pt x="79028" y="78805"/>
                </a:lnTo>
                <a:lnTo>
                  <a:pt x="81112" y="78842"/>
                </a:lnTo>
                <a:lnTo>
                  <a:pt x="83158" y="78805"/>
                </a:lnTo>
                <a:lnTo>
                  <a:pt x="85167" y="78768"/>
                </a:lnTo>
                <a:lnTo>
                  <a:pt x="87139" y="78656"/>
                </a:lnTo>
                <a:lnTo>
                  <a:pt x="88628" y="78507"/>
                </a:lnTo>
                <a:lnTo>
                  <a:pt x="90116" y="78396"/>
                </a:lnTo>
                <a:lnTo>
                  <a:pt x="91567" y="78210"/>
                </a:lnTo>
                <a:lnTo>
                  <a:pt x="93018" y="78023"/>
                </a:lnTo>
                <a:lnTo>
                  <a:pt x="94469" y="77763"/>
                </a:lnTo>
                <a:lnTo>
                  <a:pt x="95883" y="77540"/>
                </a:lnTo>
                <a:lnTo>
                  <a:pt x="97260" y="77242"/>
                </a:lnTo>
                <a:lnTo>
                  <a:pt x="98674" y="76944"/>
                </a:lnTo>
                <a:lnTo>
                  <a:pt x="100013" y="76610"/>
                </a:lnTo>
                <a:lnTo>
                  <a:pt x="101353" y="76238"/>
                </a:lnTo>
                <a:lnTo>
                  <a:pt x="102692" y="75828"/>
                </a:lnTo>
                <a:lnTo>
                  <a:pt x="103994" y="75419"/>
                </a:lnTo>
                <a:lnTo>
                  <a:pt x="105297" y="74973"/>
                </a:lnTo>
                <a:lnTo>
                  <a:pt x="106562" y="74489"/>
                </a:lnTo>
                <a:lnTo>
                  <a:pt x="107827" y="74005"/>
                </a:lnTo>
                <a:lnTo>
                  <a:pt x="109054" y="73484"/>
                </a:lnTo>
                <a:lnTo>
                  <a:pt x="110431" y="72852"/>
                </a:lnTo>
                <a:lnTo>
                  <a:pt x="111771" y="72182"/>
                </a:lnTo>
                <a:lnTo>
                  <a:pt x="113073" y="71512"/>
                </a:lnTo>
                <a:lnTo>
                  <a:pt x="114375" y="70805"/>
                </a:lnTo>
                <a:lnTo>
                  <a:pt x="115640" y="70024"/>
                </a:lnTo>
                <a:lnTo>
                  <a:pt x="116868" y="69243"/>
                </a:lnTo>
                <a:lnTo>
                  <a:pt x="118096" y="68424"/>
                </a:lnTo>
                <a:lnTo>
                  <a:pt x="119286" y="67568"/>
                </a:lnTo>
                <a:lnTo>
                  <a:pt x="120477" y="66713"/>
                </a:lnTo>
                <a:lnTo>
                  <a:pt x="121630" y="65782"/>
                </a:lnTo>
                <a:lnTo>
                  <a:pt x="122747" y="64815"/>
                </a:lnTo>
                <a:lnTo>
                  <a:pt x="123863" y="63848"/>
                </a:lnTo>
                <a:lnTo>
                  <a:pt x="124905" y="62843"/>
                </a:lnTo>
                <a:lnTo>
                  <a:pt x="125984" y="61801"/>
                </a:lnTo>
                <a:lnTo>
                  <a:pt x="126988" y="60685"/>
                </a:lnTo>
                <a:lnTo>
                  <a:pt x="127993" y="59606"/>
                </a:lnTo>
                <a:lnTo>
                  <a:pt x="128997" y="58453"/>
                </a:lnTo>
                <a:lnTo>
                  <a:pt x="129928" y="57262"/>
                </a:lnTo>
                <a:lnTo>
                  <a:pt x="130895" y="56071"/>
                </a:lnTo>
                <a:lnTo>
                  <a:pt x="131788" y="54806"/>
                </a:lnTo>
                <a:lnTo>
                  <a:pt x="132681" y="53541"/>
                </a:lnTo>
                <a:lnTo>
                  <a:pt x="133537" y="52239"/>
                </a:lnTo>
                <a:lnTo>
                  <a:pt x="134355" y="50900"/>
                </a:lnTo>
                <a:lnTo>
                  <a:pt x="135174" y="49523"/>
                </a:lnTo>
                <a:lnTo>
                  <a:pt x="135955" y="48109"/>
                </a:lnTo>
                <a:lnTo>
                  <a:pt x="136736" y="46695"/>
                </a:lnTo>
                <a:lnTo>
                  <a:pt x="137481" y="45207"/>
                </a:lnTo>
                <a:lnTo>
                  <a:pt x="138188" y="43719"/>
                </a:lnTo>
                <a:lnTo>
                  <a:pt x="138857" y="42193"/>
                </a:lnTo>
                <a:lnTo>
                  <a:pt x="139527" y="40631"/>
                </a:lnTo>
                <a:lnTo>
                  <a:pt x="140159" y="39031"/>
                </a:lnTo>
                <a:lnTo>
                  <a:pt x="140792" y="37431"/>
                </a:lnTo>
                <a:lnTo>
                  <a:pt x="140792" y="35645"/>
                </a:lnTo>
                <a:lnTo>
                  <a:pt x="140197" y="37319"/>
                </a:lnTo>
                <a:lnTo>
                  <a:pt x="139564" y="38993"/>
                </a:lnTo>
                <a:lnTo>
                  <a:pt x="138894" y="40631"/>
                </a:lnTo>
                <a:lnTo>
                  <a:pt x="138225" y="42193"/>
                </a:lnTo>
                <a:lnTo>
                  <a:pt x="137518" y="43756"/>
                </a:lnTo>
                <a:lnTo>
                  <a:pt x="136774" y="45281"/>
                </a:lnTo>
                <a:lnTo>
                  <a:pt x="136030" y="46770"/>
                </a:lnTo>
                <a:lnTo>
                  <a:pt x="135248" y="48221"/>
                </a:lnTo>
                <a:lnTo>
                  <a:pt x="134430" y="49635"/>
                </a:lnTo>
                <a:lnTo>
                  <a:pt x="133574" y="51048"/>
                </a:lnTo>
                <a:lnTo>
                  <a:pt x="132718" y="52388"/>
                </a:lnTo>
                <a:lnTo>
                  <a:pt x="131825" y="53690"/>
                </a:lnTo>
                <a:lnTo>
                  <a:pt x="130932" y="54992"/>
                </a:lnTo>
                <a:lnTo>
                  <a:pt x="130002" y="56257"/>
                </a:lnTo>
                <a:lnTo>
                  <a:pt x="129035" y="57448"/>
                </a:lnTo>
                <a:lnTo>
                  <a:pt x="128030" y="58639"/>
                </a:lnTo>
                <a:lnTo>
                  <a:pt x="127025" y="59792"/>
                </a:lnTo>
                <a:lnTo>
                  <a:pt x="125984" y="60908"/>
                </a:lnTo>
                <a:lnTo>
                  <a:pt x="124905" y="61987"/>
                </a:lnTo>
                <a:lnTo>
                  <a:pt x="123826" y="63029"/>
                </a:lnTo>
                <a:lnTo>
                  <a:pt x="122709" y="64071"/>
                </a:lnTo>
                <a:lnTo>
                  <a:pt x="121593" y="65038"/>
                </a:lnTo>
                <a:lnTo>
                  <a:pt x="120403" y="65968"/>
                </a:lnTo>
                <a:lnTo>
                  <a:pt x="119212" y="66899"/>
                </a:lnTo>
                <a:lnTo>
                  <a:pt x="118021" y="67754"/>
                </a:lnTo>
                <a:lnTo>
                  <a:pt x="116793" y="68610"/>
                </a:lnTo>
                <a:lnTo>
                  <a:pt x="115528" y="69429"/>
                </a:lnTo>
                <a:lnTo>
                  <a:pt x="114226" y="70173"/>
                </a:lnTo>
                <a:lnTo>
                  <a:pt x="112924" y="70917"/>
                </a:lnTo>
                <a:lnTo>
                  <a:pt x="111584" y="71624"/>
                </a:lnTo>
                <a:lnTo>
                  <a:pt x="110208" y="72294"/>
                </a:lnTo>
                <a:lnTo>
                  <a:pt x="108831" y="72926"/>
                </a:lnTo>
                <a:lnTo>
                  <a:pt x="107603" y="73447"/>
                </a:lnTo>
                <a:lnTo>
                  <a:pt x="106376" y="73931"/>
                </a:lnTo>
                <a:lnTo>
                  <a:pt x="105110" y="74414"/>
                </a:lnTo>
                <a:lnTo>
                  <a:pt x="103808" y="74861"/>
                </a:lnTo>
                <a:lnTo>
                  <a:pt x="102506" y="75270"/>
                </a:lnTo>
                <a:lnTo>
                  <a:pt x="101204" y="75642"/>
                </a:lnTo>
                <a:lnTo>
                  <a:pt x="99864" y="76014"/>
                </a:lnTo>
                <a:lnTo>
                  <a:pt x="98525" y="76349"/>
                </a:lnTo>
                <a:lnTo>
                  <a:pt x="97148" y="76647"/>
                </a:lnTo>
                <a:lnTo>
                  <a:pt x="95772" y="76944"/>
                </a:lnTo>
                <a:lnTo>
                  <a:pt x="94358" y="77205"/>
                </a:lnTo>
                <a:lnTo>
                  <a:pt x="92944" y="77428"/>
                </a:lnTo>
                <a:lnTo>
                  <a:pt x="91493" y="77614"/>
                </a:lnTo>
                <a:lnTo>
                  <a:pt x="90042" y="77800"/>
                </a:lnTo>
                <a:lnTo>
                  <a:pt x="88591" y="77949"/>
                </a:lnTo>
                <a:lnTo>
                  <a:pt x="87102" y="78061"/>
                </a:lnTo>
                <a:lnTo>
                  <a:pt x="85130" y="78172"/>
                </a:lnTo>
                <a:lnTo>
                  <a:pt x="83158" y="78210"/>
                </a:lnTo>
                <a:lnTo>
                  <a:pt x="81149" y="78247"/>
                </a:lnTo>
                <a:lnTo>
                  <a:pt x="79103" y="78210"/>
                </a:lnTo>
                <a:lnTo>
                  <a:pt x="77056" y="78135"/>
                </a:lnTo>
                <a:lnTo>
                  <a:pt x="74973" y="77986"/>
                </a:lnTo>
                <a:lnTo>
                  <a:pt x="72852" y="77837"/>
                </a:lnTo>
                <a:lnTo>
                  <a:pt x="70731" y="77614"/>
                </a:lnTo>
                <a:lnTo>
                  <a:pt x="71066" y="76424"/>
                </a:lnTo>
                <a:lnTo>
                  <a:pt x="71364" y="75196"/>
                </a:lnTo>
                <a:lnTo>
                  <a:pt x="71624" y="74005"/>
                </a:lnTo>
                <a:lnTo>
                  <a:pt x="71847" y="72777"/>
                </a:lnTo>
                <a:lnTo>
                  <a:pt x="72071" y="71549"/>
                </a:lnTo>
                <a:lnTo>
                  <a:pt x="72257" y="70322"/>
                </a:lnTo>
                <a:lnTo>
                  <a:pt x="72405" y="69131"/>
                </a:lnTo>
                <a:lnTo>
                  <a:pt x="72517" y="67903"/>
                </a:lnTo>
                <a:lnTo>
                  <a:pt x="72629" y="66489"/>
                </a:lnTo>
                <a:lnTo>
                  <a:pt x="72703" y="65113"/>
                </a:lnTo>
                <a:lnTo>
                  <a:pt x="72778" y="63736"/>
                </a:lnTo>
                <a:lnTo>
                  <a:pt x="72778" y="62322"/>
                </a:lnTo>
                <a:lnTo>
                  <a:pt x="72740" y="60946"/>
                </a:lnTo>
                <a:lnTo>
                  <a:pt x="72666" y="59532"/>
                </a:lnTo>
                <a:lnTo>
                  <a:pt x="72592" y="58118"/>
                </a:lnTo>
                <a:lnTo>
                  <a:pt x="72443" y="56704"/>
                </a:lnTo>
                <a:lnTo>
                  <a:pt x="72294" y="55253"/>
                </a:lnTo>
                <a:lnTo>
                  <a:pt x="72071" y="53839"/>
                </a:lnTo>
                <a:lnTo>
                  <a:pt x="71847" y="52388"/>
                </a:lnTo>
                <a:lnTo>
                  <a:pt x="71587" y="50937"/>
                </a:lnTo>
                <a:lnTo>
                  <a:pt x="71252" y="49486"/>
                </a:lnTo>
                <a:lnTo>
                  <a:pt x="70917" y="47997"/>
                </a:lnTo>
                <a:lnTo>
                  <a:pt x="70545" y="46509"/>
                </a:lnTo>
                <a:lnTo>
                  <a:pt x="70136" y="45021"/>
                </a:lnTo>
                <a:lnTo>
                  <a:pt x="69392" y="42565"/>
                </a:lnTo>
                <a:lnTo>
                  <a:pt x="68536" y="40035"/>
                </a:lnTo>
                <a:lnTo>
                  <a:pt x="67606" y="37505"/>
                </a:lnTo>
                <a:lnTo>
                  <a:pt x="66564" y="34901"/>
                </a:lnTo>
                <a:lnTo>
                  <a:pt x="65411" y="32259"/>
                </a:lnTo>
                <a:lnTo>
                  <a:pt x="64146" y="29543"/>
                </a:lnTo>
                <a:lnTo>
                  <a:pt x="62769" y="26790"/>
                </a:lnTo>
                <a:lnTo>
                  <a:pt x="61318" y="23962"/>
                </a:lnTo>
                <a:lnTo>
                  <a:pt x="60536" y="22585"/>
                </a:lnTo>
                <a:lnTo>
                  <a:pt x="59755" y="21283"/>
                </a:lnTo>
                <a:lnTo>
                  <a:pt x="58937" y="19981"/>
                </a:lnTo>
                <a:lnTo>
                  <a:pt x="58081" y="18716"/>
                </a:lnTo>
                <a:lnTo>
                  <a:pt x="57188" y="17488"/>
                </a:lnTo>
                <a:lnTo>
                  <a:pt x="56295" y="16334"/>
                </a:lnTo>
                <a:lnTo>
                  <a:pt x="55327" y="15181"/>
                </a:lnTo>
                <a:lnTo>
                  <a:pt x="54323" y="14065"/>
                </a:lnTo>
                <a:lnTo>
                  <a:pt x="53318" y="12986"/>
                </a:lnTo>
                <a:lnTo>
                  <a:pt x="52276" y="11944"/>
                </a:lnTo>
                <a:lnTo>
                  <a:pt x="51160" y="10939"/>
                </a:lnTo>
                <a:lnTo>
                  <a:pt x="50044" y="9972"/>
                </a:lnTo>
                <a:lnTo>
                  <a:pt x="48891" y="9042"/>
                </a:lnTo>
                <a:lnTo>
                  <a:pt x="47737" y="8149"/>
                </a:lnTo>
                <a:lnTo>
                  <a:pt x="46509" y="7293"/>
                </a:lnTo>
                <a:lnTo>
                  <a:pt x="45282" y="6475"/>
                </a:lnTo>
                <a:lnTo>
                  <a:pt x="44165" y="5805"/>
                </a:lnTo>
                <a:lnTo>
                  <a:pt x="43012" y="5172"/>
                </a:lnTo>
                <a:lnTo>
                  <a:pt x="41896" y="4540"/>
                </a:lnTo>
                <a:lnTo>
                  <a:pt x="40705" y="3982"/>
                </a:lnTo>
                <a:lnTo>
                  <a:pt x="39552" y="3461"/>
                </a:lnTo>
                <a:lnTo>
                  <a:pt x="38361" y="2940"/>
                </a:lnTo>
                <a:lnTo>
                  <a:pt x="37170" y="2493"/>
                </a:lnTo>
                <a:lnTo>
                  <a:pt x="35980" y="2047"/>
                </a:lnTo>
                <a:lnTo>
                  <a:pt x="34752" y="1675"/>
                </a:lnTo>
                <a:lnTo>
                  <a:pt x="33561" y="1340"/>
                </a:lnTo>
                <a:lnTo>
                  <a:pt x="32334" y="1042"/>
                </a:lnTo>
                <a:lnTo>
                  <a:pt x="31106" y="745"/>
                </a:lnTo>
                <a:lnTo>
                  <a:pt x="29878" y="521"/>
                </a:lnTo>
                <a:lnTo>
                  <a:pt x="28650" y="335"/>
                </a:lnTo>
                <a:lnTo>
                  <a:pt x="27385" y="187"/>
                </a:lnTo>
                <a:lnTo>
                  <a:pt x="26157" y="75"/>
                </a:lnTo>
                <a:lnTo>
                  <a:pt x="24483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sldNum" idx="2"/>
          </p:nvPr>
        </p:nvSpPr>
        <p:spPr>
          <a:xfrm>
            <a:off x="6080760" y="3995640"/>
            <a:ext cx="2834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700" spc="-1" strike="noStrike">
                <a:solidFill>
                  <a:schemeClr val="dk2"/>
                </a:solidFill>
                <a:latin typeface="Nunito Sans"/>
                <a:ea typeface="Nuni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Month </a:t>
            </a:r>
            <a:r>
              <a:rPr b="0" lang="en" sz="600" spc="-1" strike="noStrike">
                <a:solidFill>
                  <a:schemeClr val="dk2"/>
                </a:solidFill>
                <a:latin typeface="Nunito Sans"/>
                <a:ea typeface="Nunito Sans"/>
              </a:rPr>
              <a:t>🞹</a:t>
            </a:r>
            <a:r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 Year </a:t>
            </a:r>
            <a:r>
              <a:rPr b="0" lang="en" sz="600" spc="-1" strike="noStrike">
                <a:solidFill>
                  <a:schemeClr val="dk2"/>
                </a:solidFill>
                <a:latin typeface="Nunito Sans"/>
                <a:ea typeface="Nunito Sans"/>
              </a:rPr>
              <a:t>🞹</a:t>
            </a:r>
            <a:r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 </a:t>
            </a:r>
            <a:fld id="{23BA2E26-07F2-4608-8387-26DF0F3E8C5E}" type="slidenum"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228600" y="1647000"/>
            <a:ext cx="4296240" cy="30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5212440" y="460440"/>
            <a:ext cx="3702600" cy="41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962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Google Shape;162;p15"/>
          <p:cNvSpPr/>
          <p:nvPr/>
        </p:nvSpPr>
        <p:spPr>
          <a:xfrm>
            <a:off x="7305840" y="0"/>
            <a:ext cx="1837800" cy="1509480"/>
          </a:xfrm>
          <a:custGeom>
            <a:avLst/>
            <a:gdLst>
              <a:gd name="textAreaLeft" fmla="*/ 0 w 1837800"/>
              <a:gd name="textAreaRight" fmla="*/ 1838160 w 1837800"/>
              <a:gd name="textAreaTop" fmla="*/ 0 h 1509480"/>
              <a:gd name="textAreaBottom" fmla="*/ 1509840 h 1509480"/>
            </a:gdLst>
            <a:ahLst/>
            <a:rect l="textAreaLeft" t="textAreaTop" r="textAreaRight" b="textAreaBottom"/>
            <a:pathLst>
              <a:path w="57448" h="47179">
                <a:moveTo>
                  <a:pt x="0" y="0"/>
                </a:moveTo>
                <a:lnTo>
                  <a:pt x="2456" y="1005"/>
                </a:lnTo>
                <a:lnTo>
                  <a:pt x="5023" y="2084"/>
                </a:lnTo>
                <a:lnTo>
                  <a:pt x="7665" y="3237"/>
                </a:lnTo>
                <a:lnTo>
                  <a:pt x="10344" y="4502"/>
                </a:lnTo>
                <a:lnTo>
                  <a:pt x="13693" y="6139"/>
                </a:lnTo>
                <a:lnTo>
                  <a:pt x="16930" y="7813"/>
                </a:lnTo>
                <a:lnTo>
                  <a:pt x="18492" y="8669"/>
                </a:lnTo>
                <a:lnTo>
                  <a:pt x="20055" y="9525"/>
                </a:lnTo>
                <a:lnTo>
                  <a:pt x="21580" y="10418"/>
                </a:lnTo>
                <a:lnTo>
                  <a:pt x="23106" y="11311"/>
                </a:lnTo>
                <a:lnTo>
                  <a:pt x="24557" y="12204"/>
                </a:lnTo>
                <a:lnTo>
                  <a:pt x="26045" y="13134"/>
                </a:lnTo>
                <a:lnTo>
                  <a:pt x="27459" y="14064"/>
                </a:lnTo>
                <a:lnTo>
                  <a:pt x="28873" y="14994"/>
                </a:lnTo>
                <a:lnTo>
                  <a:pt x="30250" y="15962"/>
                </a:lnTo>
                <a:lnTo>
                  <a:pt x="31589" y="16929"/>
                </a:lnTo>
                <a:lnTo>
                  <a:pt x="32891" y="17897"/>
                </a:lnTo>
                <a:lnTo>
                  <a:pt x="34194" y="18864"/>
                </a:lnTo>
                <a:lnTo>
                  <a:pt x="35756" y="20092"/>
                </a:lnTo>
                <a:lnTo>
                  <a:pt x="37319" y="21357"/>
                </a:lnTo>
                <a:lnTo>
                  <a:pt x="38807" y="22622"/>
                </a:lnTo>
                <a:lnTo>
                  <a:pt x="40221" y="23924"/>
                </a:lnTo>
                <a:lnTo>
                  <a:pt x="41635" y="25226"/>
                </a:lnTo>
                <a:lnTo>
                  <a:pt x="42974" y="26529"/>
                </a:lnTo>
                <a:lnTo>
                  <a:pt x="44277" y="27868"/>
                </a:lnTo>
                <a:lnTo>
                  <a:pt x="45542" y="29207"/>
                </a:lnTo>
                <a:lnTo>
                  <a:pt x="46770" y="30547"/>
                </a:lnTo>
                <a:lnTo>
                  <a:pt x="47960" y="31924"/>
                </a:lnTo>
                <a:lnTo>
                  <a:pt x="49076" y="33300"/>
                </a:lnTo>
                <a:lnTo>
                  <a:pt x="50155" y="34714"/>
                </a:lnTo>
                <a:lnTo>
                  <a:pt x="51160" y="36128"/>
                </a:lnTo>
                <a:lnTo>
                  <a:pt x="52165" y="37542"/>
                </a:lnTo>
                <a:lnTo>
                  <a:pt x="53095" y="38993"/>
                </a:lnTo>
                <a:lnTo>
                  <a:pt x="53988" y="40407"/>
                </a:lnTo>
                <a:lnTo>
                  <a:pt x="54955" y="42081"/>
                </a:lnTo>
                <a:lnTo>
                  <a:pt x="55848" y="43755"/>
                </a:lnTo>
                <a:lnTo>
                  <a:pt x="56667" y="45467"/>
                </a:lnTo>
                <a:lnTo>
                  <a:pt x="57448" y="47178"/>
                </a:lnTo>
                <a:lnTo>
                  <a:pt x="57448" y="45727"/>
                </a:lnTo>
                <a:lnTo>
                  <a:pt x="56778" y="44313"/>
                </a:lnTo>
                <a:lnTo>
                  <a:pt x="56071" y="42900"/>
                </a:lnTo>
                <a:lnTo>
                  <a:pt x="55290" y="41486"/>
                </a:lnTo>
                <a:lnTo>
                  <a:pt x="54509" y="40109"/>
                </a:lnTo>
                <a:lnTo>
                  <a:pt x="53616" y="38658"/>
                </a:lnTo>
                <a:lnTo>
                  <a:pt x="52648" y="37207"/>
                </a:lnTo>
                <a:lnTo>
                  <a:pt x="51681" y="35793"/>
                </a:lnTo>
                <a:lnTo>
                  <a:pt x="50639" y="34342"/>
                </a:lnTo>
                <a:lnTo>
                  <a:pt x="49523" y="32965"/>
                </a:lnTo>
                <a:lnTo>
                  <a:pt x="48407" y="31551"/>
                </a:lnTo>
                <a:lnTo>
                  <a:pt x="47216" y="30175"/>
                </a:lnTo>
                <a:lnTo>
                  <a:pt x="45988" y="28798"/>
                </a:lnTo>
                <a:lnTo>
                  <a:pt x="44723" y="27459"/>
                </a:lnTo>
                <a:lnTo>
                  <a:pt x="43421" y="26119"/>
                </a:lnTo>
                <a:lnTo>
                  <a:pt x="42044" y="24780"/>
                </a:lnTo>
                <a:lnTo>
                  <a:pt x="40630" y="23478"/>
                </a:lnTo>
                <a:lnTo>
                  <a:pt x="39179" y="22175"/>
                </a:lnTo>
                <a:lnTo>
                  <a:pt x="37691" y="20910"/>
                </a:lnTo>
                <a:lnTo>
                  <a:pt x="36128" y="19645"/>
                </a:lnTo>
                <a:lnTo>
                  <a:pt x="34566" y="18380"/>
                </a:lnTo>
                <a:lnTo>
                  <a:pt x="33263" y="17413"/>
                </a:lnTo>
                <a:lnTo>
                  <a:pt x="31924" y="16445"/>
                </a:lnTo>
                <a:lnTo>
                  <a:pt x="30585" y="15478"/>
                </a:lnTo>
                <a:lnTo>
                  <a:pt x="29208" y="14511"/>
                </a:lnTo>
                <a:lnTo>
                  <a:pt x="27794" y="13581"/>
                </a:lnTo>
                <a:lnTo>
                  <a:pt x="26343" y="12650"/>
                </a:lnTo>
                <a:lnTo>
                  <a:pt x="24892" y="11720"/>
                </a:lnTo>
                <a:lnTo>
                  <a:pt x="23404" y="10790"/>
                </a:lnTo>
                <a:lnTo>
                  <a:pt x="21878" y="9897"/>
                </a:lnTo>
                <a:lnTo>
                  <a:pt x="20353" y="9004"/>
                </a:lnTo>
                <a:lnTo>
                  <a:pt x="18790" y="8148"/>
                </a:lnTo>
                <a:lnTo>
                  <a:pt x="17190" y="7293"/>
                </a:lnTo>
                <a:lnTo>
                  <a:pt x="13953" y="5581"/>
                </a:lnTo>
                <a:lnTo>
                  <a:pt x="10604" y="3944"/>
                </a:lnTo>
                <a:lnTo>
                  <a:pt x="8298" y="2865"/>
                </a:lnTo>
                <a:lnTo>
                  <a:pt x="5991" y="1860"/>
                </a:lnTo>
                <a:lnTo>
                  <a:pt x="3758" y="893"/>
                </a:lnTo>
                <a:lnTo>
                  <a:pt x="1600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Google Shape;163;p15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248C792A-5CE4-4ED8-9181-64FDA55332F4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66;p16" descr=""/>
          <p:cNvPicPr/>
          <p:nvPr/>
        </p:nvPicPr>
        <p:blipFill>
          <a:blip r:embed="rId2"/>
          <a:srcRect l="0" t="23210" r="0" b="0"/>
          <a:stretch/>
        </p:blipFill>
        <p:spPr>
          <a:xfrm>
            <a:off x="1618560" y="0"/>
            <a:ext cx="3240720" cy="2488320"/>
          </a:xfrm>
          <a:prstGeom prst="rect">
            <a:avLst/>
          </a:prstGeom>
          <a:ln w="0">
            <a:noFill/>
          </a:ln>
        </p:spPr>
      </p:pic>
      <p:sp>
        <p:nvSpPr>
          <p:cNvPr id="39" name="Google Shape;167;p16"/>
          <p:cNvSpPr/>
          <p:nvPr/>
        </p:nvSpPr>
        <p:spPr>
          <a:xfrm rot="5400000">
            <a:off x="-3986280" y="1159560"/>
            <a:ext cx="7977960" cy="7977960"/>
          </a:xfrm>
          <a:prstGeom prst="pie">
            <a:avLst>
              <a:gd name="adj1" fmla="val 10792592"/>
              <a:gd name="adj2" fmla="val 16198514"/>
            </a:avLst>
          </a:prstGeom>
          <a:gradFill rotWithShape="0">
            <a:gsLst>
              <a:gs pos="0">
                <a:srgbClr val="1f1f1f"/>
              </a:gs>
              <a:gs pos="36000">
                <a:srgbClr val="1f1f1f"/>
              </a:gs>
              <a:gs pos="100000">
                <a:srgbClr val="6ad1fa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Google Shape;168;p16" descr=""/>
          <p:cNvPicPr/>
          <p:nvPr/>
        </p:nvPicPr>
        <p:blipFill>
          <a:blip r:embed="rId3"/>
          <a:srcRect l="0" t="0" r="37758" b="0"/>
          <a:stretch/>
        </p:blipFill>
        <p:spPr>
          <a:xfrm rot="10800000">
            <a:off x="360" y="921960"/>
            <a:ext cx="2484720" cy="399240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sldNum" idx="3"/>
          </p:nvPr>
        </p:nvSpPr>
        <p:spPr>
          <a:xfrm>
            <a:off x="6080760" y="3995640"/>
            <a:ext cx="2834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700" spc="-1" strike="noStrike">
                <a:solidFill>
                  <a:schemeClr val="dk2"/>
                </a:solidFill>
                <a:latin typeface="Nunito Sans"/>
                <a:ea typeface="Nuni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Month </a:t>
            </a:r>
            <a:r>
              <a:rPr b="0" lang="en" sz="600" spc="-1" strike="noStrike">
                <a:solidFill>
                  <a:schemeClr val="dk2"/>
                </a:solidFill>
                <a:latin typeface="Nunito Sans"/>
                <a:ea typeface="Nunito Sans"/>
              </a:rPr>
              <a:t>🞹</a:t>
            </a:r>
            <a:r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 Year </a:t>
            </a:r>
            <a:r>
              <a:rPr b="0" lang="en" sz="600" spc="-1" strike="noStrike">
                <a:solidFill>
                  <a:schemeClr val="dk2"/>
                </a:solidFill>
                <a:latin typeface="Nunito Sans"/>
                <a:ea typeface="Nunito Sans"/>
              </a:rPr>
              <a:t>🞹</a:t>
            </a:r>
            <a:r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 </a:t>
            </a:r>
            <a:fld id="{00FBABC6-6D73-4D31-8E46-394069FFC219}" type="slidenum"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618800" y="1647000"/>
            <a:ext cx="4296240" cy="30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title"/>
          </p:nvPr>
        </p:nvSpPr>
        <p:spPr>
          <a:xfrm>
            <a:off x="4618800" y="228600"/>
            <a:ext cx="42962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Google Shape;172;p16"/>
          <p:cNvSpPr/>
          <p:nvPr/>
        </p:nvSpPr>
        <p:spPr>
          <a:xfrm>
            <a:off x="0" y="0"/>
            <a:ext cx="4296240" cy="4588200"/>
          </a:xfrm>
          <a:custGeom>
            <a:avLst/>
            <a:gdLst>
              <a:gd name="textAreaLeft" fmla="*/ 0 w 4296240"/>
              <a:gd name="textAreaRight" fmla="*/ 4296600 w 4296240"/>
              <a:gd name="textAreaTop" fmla="*/ 0 h 4588200"/>
              <a:gd name="textAreaBottom" fmla="*/ 4588560 h 4588200"/>
            </a:gdLst>
            <a:ahLst/>
            <a:rect l="textAreaLeft" t="textAreaTop" r="textAreaRight" b="textAreaBottom"/>
            <a:pathLst>
              <a:path w="136811" h="146112">
                <a:moveTo>
                  <a:pt x="90636" y="0"/>
                </a:moveTo>
                <a:lnTo>
                  <a:pt x="92199" y="446"/>
                </a:lnTo>
                <a:lnTo>
                  <a:pt x="93799" y="930"/>
                </a:lnTo>
                <a:lnTo>
                  <a:pt x="95324" y="1488"/>
                </a:lnTo>
                <a:lnTo>
                  <a:pt x="96887" y="2046"/>
                </a:lnTo>
                <a:lnTo>
                  <a:pt x="98413" y="2679"/>
                </a:lnTo>
                <a:lnTo>
                  <a:pt x="99938" y="3349"/>
                </a:lnTo>
                <a:lnTo>
                  <a:pt x="101426" y="4093"/>
                </a:lnTo>
                <a:lnTo>
                  <a:pt x="102915" y="4874"/>
                </a:lnTo>
                <a:lnTo>
                  <a:pt x="104849" y="5953"/>
                </a:lnTo>
                <a:lnTo>
                  <a:pt x="106747" y="7032"/>
                </a:lnTo>
                <a:lnTo>
                  <a:pt x="108570" y="8186"/>
                </a:lnTo>
                <a:lnTo>
                  <a:pt x="110356" y="9339"/>
                </a:lnTo>
                <a:lnTo>
                  <a:pt x="112105" y="10530"/>
                </a:lnTo>
                <a:lnTo>
                  <a:pt x="113742" y="11757"/>
                </a:lnTo>
                <a:lnTo>
                  <a:pt x="115379" y="13022"/>
                </a:lnTo>
                <a:lnTo>
                  <a:pt x="116904" y="14287"/>
                </a:lnTo>
                <a:lnTo>
                  <a:pt x="118430" y="15627"/>
                </a:lnTo>
                <a:lnTo>
                  <a:pt x="119844" y="16966"/>
                </a:lnTo>
                <a:lnTo>
                  <a:pt x="121258" y="18306"/>
                </a:lnTo>
                <a:lnTo>
                  <a:pt x="122560" y="19720"/>
                </a:lnTo>
                <a:lnTo>
                  <a:pt x="123825" y="21134"/>
                </a:lnTo>
                <a:lnTo>
                  <a:pt x="125053" y="22585"/>
                </a:lnTo>
                <a:lnTo>
                  <a:pt x="126169" y="24036"/>
                </a:lnTo>
                <a:lnTo>
                  <a:pt x="127285" y="25524"/>
                </a:lnTo>
                <a:lnTo>
                  <a:pt x="128215" y="26938"/>
                </a:lnTo>
                <a:lnTo>
                  <a:pt x="129108" y="28389"/>
                </a:lnTo>
                <a:lnTo>
                  <a:pt x="129964" y="29803"/>
                </a:lnTo>
                <a:lnTo>
                  <a:pt x="130746" y="31291"/>
                </a:lnTo>
                <a:lnTo>
                  <a:pt x="131490" y="32742"/>
                </a:lnTo>
                <a:lnTo>
                  <a:pt x="132197" y="34268"/>
                </a:lnTo>
                <a:lnTo>
                  <a:pt x="132829" y="35756"/>
                </a:lnTo>
                <a:lnTo>
                  <a:pt x="133387" y="37281"/>
                </a:lnTo>
                <a:lnTo>
                  <a:pt x="133908" y="38844"/>
                </a:lnTo>
                <a:lnTo>
                  <a:pt x="134392" y="40407"/>
                </a:lnTo>
                <a:lnTo>
                  <a:pt x="134801" y="41969"/>
                </a:lnTo>
                <a:lnTo>
                  <a:pt x="135173" y="43569"/>
                </a:lnTo>
                <a:lnTo>
                  <a:pt x="135471" y="45169"/>
                </a:lnTo>
                <a:lnTo>
                  <a:pt x="135731" y="46806"/>
                </a:lnTo>
                <a:lnTo>
                  <a:pt x="135955" y="48443"/>
                </a:lnTo>
                <a:lnTo>
                  <a:pt x="136066" y="50081"/>
                </a:lnTo>
                <a:lnTo>
                  <a:pt x="136178" y="52015"/>
                </a:lnTo>
                <a:lnTo>
                  <a:pt x="136215" y="53987"/>
                </a:lnTo>
                <a:lnTo>
                  <a:pt x="136141" y="55959"/>
                </a:lnTo>
                <a:lnTo>
                  <a:pt x="136029" y="57931"/>
                </a:lnTo>
                <a:lnTo>
                  <a:pt x="135806" y="59903"/>
                </a:lnTo>
                <a:lnTo>
                  <a:pt x="135545" y="61875"/>
                </a:lnTo>
                <a:lnTo>
                  <a:pt x="135173" y="63847"/>
                </a:lnTo>
                <a:lnTo>
                  <a:pt x="134764" y="65856"/>
                </a:lnTo>
                <a:lnTo>
                  <a:pt x="134243" y="67828"/>
                </a:lnTo>
                <a:lnTo>
                  <a:pt x="133685" y="69800"/>
                </a:lnTo>
                <a:lnTo>
                  <a:pt x="133052" y="71809"/>
                </a:lnTo>
                <a:lnTo>
                  <a:pt x="132308" y="73781"/>
                </a:lnTo>
                <a:lnTo>
                  <a:pt x="131527" y="75753"/>
                </a:lnTo>
                <a:lnTo>
                  <a:pt x="130671" y="77688"/>
                </a:lnTo>
                <a:lnTo>
                  <a:pt x="129741" y="79660"/>
                </a:lnTo>
                <a:lnTo>
                  <a:pt x="128736" y="81595"/>
                </a:lnTo>
                <a:lnTo>
                  <a:pt x="127695" y="83455"/>
                </a:lnTo>
                <a:lnTo>
                  <a:pt x="126578" y="85316"/>
                </a:lnTo>
                <a:lnTo>
                  <a:pt x="125388" y="87176"/>
                </a:lnTo>
                <a:lnTo>
                  <a:pt x="124160" y="88999"/>
                </a:lnTo>
                <a:lnTo>
                  <a:pt x="122858" y="90785"/>
                </a:lnTo>
                <a:lnTo>
                  <a:pt x="121518" y="92534"/>
                </a:lnTo>
                <a:lnTo>
                  <a:pt x="120104" y="94282"/>
                </a:lnTo>
                <a:lnTo>
                  <a:pt x="118616" y="95994"/>
                </a:lnTo>
                <a:lnTo>
                  <a:pt x="117128" y="97668"/>
                </a:lnTo>
                <a:lnTo>
                  <a:pt x="115528" y="99305"/>
                </a:lnTo>
                <a:lnTo>
                  <a:pt x="113928" y="100905"/>
                </a:lnTo>
                <a:lnTo>
                  <a:pt x="112254" y="102468"/>
                </a:lnTo>
                <a:lnTo>
                  <a:pt x="110542" y="103993"/>
                </a:lnTo>
                <a:lnTo>
                  <a:pt x="108756" y="105482"/>
                </a:lnTo>
                <a:lnTo>
                  <a:pt x="106933" y="106933"/>
                </a:lnTo>
                <a:lnTo>
                  <a:pt x="105110" y="108347"/>
                </a:lnTo>
                <a:lnTo>
                  <a:pt x="104031" y="109128"/>
                </a:lnTo>
                <a:lnTo>
                  <a:pt x="102952" y="109872"/>
                </a:lnTo>
                <a:lnTo>
                  <a:pt x="101836" y="110616"/>
                </a:lnTo>
                <a:lnTo>
                  <a:pt x="100682" y="111323"/>
                </a:lnTo>
                <a:lnTo>
                  <a:pt x="99529" y="112030"/>
                </a:lnTo>
                <a:lnTo>
                  <a:pt x="98375" y="112700"/>
                </a:lnTo>
                <a:lnTo>
                  <a:pt x="97185" y="113370"/>
                </a:lnTo>
                <a:lnTo>
                  <a:pt x="95957" y="114002"/>
                </a:lnTo>
                <a:lnTo>
                  <a:pt x="94729" y="114635"/>
                </a:lnTo>
                <a:lnTo>
                  <a:pt x="93464" y="115230"/>
                </a:lnTo>
                <a:lnTo>
                  <a:pt x="92199" y="115825"/>
                </a:lnTo>
                <a:lnTo>
                  <a:pt x="90934" y="116383"/>
                </a:lnTo>
                <a:lnTo>
                  <a:pt x="89632" y="116941"/>
                </a:lnTo>
                <a:lnTo>
                  <a:pt x="88292" y="117462"/>
                </a:lnTo>
                <a:lnTo>
                  <a:pt x="86953" y="117983"/>
                </a:lnTo>
                <a:lnTo>
                  <a:pt x="85613" y="118467"/>
                </a:lnTo>
                <a:lnTo>
                  <a:pt x="84274" y="118913"/>
                </a:lnTo>
                <a:lnTo>
                  <a:pt x="82897" y="119360"/>
                </a:lnTo>
                <a:lnTo>
                  <a:pt x="81483" y="119806"/>
                </a:lnTo>
                <a:lnTo>
                  <a:pt x="80070" y="120216"/>
                </a:lnTo>
                <a:lnTo>
                  <a:pt x="78656" y="120588"/>
                </a:lnTo>
                <a:lnTo>
                  <a:pt x="77242" y="120960"/>
                </a:lnTo>
                <a:lnTo>
                  <a:pt x="75791" y="121295"/>
                </a:lnTo>
                <a:lnTo>
                  <a:pt x="74340" y="121630"/>
                </a:lnTo>
                <a:lnTo>
                  <a:pt x="72889" y="121927"/>
                </a:lnTo>
                <a:lnTo>
                  <a:pt x="71400" y="122188"/>
                </a:lnTo>
                <a:lnTo>
                  <a:pt x="69912" y="122448"/>
                </a:lnTo>
                <a:lnTo>
                  <a:pt x="68424" y="122671"/>
                </a:lnTo>
                <a:lnTo>
                  <a:pt x="66935" y="122895"/>
                </a:lnTo>
                <a:lnTo>
                  <a:pt x="65410" y="123081"/>
                </a:lnTo>
                <a:lnTo>
                  <a:pt x="63884" y="123229"/>
                </a:lnTo>
                <a:lnTo>
                  <a:pt x="62396" y="123378"/>
                </a:lnTo>
                <a:lnTo>
                  <a:pt x="59606" y="123564"/>
                </a:lnTo>
                <a:lnTo>
                  <a:pt x="60461" y="122374"/>
                </a:lnTo>
                <a:lnTo>
                  <a:pt x="61280" y="121109"/>
                </a:lnTo>
                <a:lnTo>
                  <a:pt x="62024" y="119844"/>
                </a:lnTo>
                <a:lnTo>
                  <a:pt x="62731" y="118541"/>
                </a:lnTo>
                <a:lnTo>
                  <a:pt x="63587" y="116830"/>
                </a:lnTo>
                <a:lnTo>
                  <a:pt x="64368" y="115118"/>
                </a:lnTo>
                <a:lnTo>
                  <a:pt x="65075" y="113370"/>
                </a:lnTo>
                <a:lnTo>
                  <a:pt x="65670" y="111584"/>
                </a:lnTo>
                <a:lnTo>
                  <a:pt x="66229" y="109798"/>
                </a:lnTo>
                <a:lnTo>
                  <a:pt x="66675" y="108012"/>
                </a:lnTo>
                <a:lnTo>
                  <a:pt x="67047" y="106226"/>
                </a:lnTo>
                <a:lnTo>
                  <a:pt x="67382" y="104403"/>
                </a:lnTo>
                <a:lnTo>
                  <a:pt x="67605" y="102617"/>
                </a:lnTo>
                <a:lnTo>
                  <a:pt x="67791" y="100831"/>
                </a:lnTo>
                <a:lnTo>
                  <a:pt x="67940" y="99045"/>
                </a:lnTo>
                <a:lnTo>
                  <a:pt x="67977" y="97259"/>
                </a:lnTo>
                <a:lnTo>
                  <a:pt x="67977" y="95473"/>
                </a:lnTo>
                <a:lnTo>
                  <a:pt x="67940" y="93724"/>
                </a:lnTo>
                <a:lnTo>
                  <a:pt x="67828" y="91976"/>
                </a:lnTo>
                <a:lnTo>
                  <a:pt x="67680" y="90264"/>
                </a:lnTo>
                <a:lnTo>
                  <a:pt x="67456" y="88553"/>
                </a:lnTo>
                <a:lnTo>
                  <a:pt x="67196" y="86878"/>
                </a:lnTo>
                <a:lnTo>
                  <a:pt x="66935" y="85241"/>
                </a:lnTo>
                <a:lnTo>
                  <a:pt x="66601" y="83641"/>
                </a:lnTo>
                <a:lnTo>
                  <a:pt x="66229" y="82079"/>
                </a:lnTo>
                <a:lnTo>
                  <a:pt x="65819" y="80553"/>
                </a:lnTo>
                <a:lnTo>
                  <a:pt x="65373" y="79065"/>
                </a:lnTo>
                <a:lnTo>
                  <a:pt x="64889" y="77614"/>
                </a:lnTo>
                <a:lnTo>
                  <a:pt x="64368" y="76200"/>
                </a:lnTo>
                <a:lnTo>
                  <a:pt x="63847" y="74860"/>
                </a:lnTo>
                <a:lnTo>
                  <a:pt x="63289" y="73558"/>
                </a:lnTo>
                <a:lnTo>
                  <a:pt x="62731" y="72330"/>
                </a:lnTo>
                <a:lnTo>
                  <a:pt x="62136" y="71140"/>
                </a:lnTo>
                <a:lnTo>
                  <a:pt x="61540" y="70023"/>
                </a:lnTo>
                <a:lnTo>
                  <a:pt x="60908" y="68982"/>
                </a:lnTo>
                <a:lnTo>
                  <a:pt x="60275" y="68014"/>
                </a:lnTo>
                <a:lnTo>
                  <a:pt x="59568" y="67047"/>
                </a:lnTo>
                <a:lnTo>
                  <a:pt x="58824" y="66117"/>
                </a:lnTo>
                <a:lnTo>
                  <a:pt x="57969" y="65187"/>
                </a:lnTo>
                <a:lnTo>
                  <a:pt x="57076" y="64294"/>
                </a:lnTo>
                <a:lnTo>
                  <a:pt x="56071" y="63401"/>
                </a:lnTo>
                <a:lnTo>
                  <a:pt x="55029" y="62582"/>
                </a:lnTo>
                <a:lnTo>
                  <a:pt x="53950" y="61764"/>
                </a:lnTo>
                <a:lnTo>
                  <a:pt x="52797" y="60982"/>
                </a:lnTo>
                <a:lnTo>
                  <a:pt x="51569" y="60238"/>
                </a:lnTo>
                <a:lnTo>
                  <a:pt x="50304" y="59494"/>
                </a:lnTo>
                <a:lnTo>
                  <a:pt x="49002" y="58824"/>
                </a:lnTo>
                <a:lnTo>
                  <a:pt x="47625" y="58192"/>
                </a:lnTo>
                <a:lnTo>
                  <a:pt x="46248" y="57596"/>
                </a:lnTo>
                <a:lnTo>
                  <a:pt x="44797" y="57001"/>
                </a:lnTo>
                <a:lnTo>
                  <a:pt x="43272" y="56480"/>
                </a:lnTo>
                <a:lnTo>
                  <a:pt x="41746" y="56034"/>
                </a:lnTo>
                <a:lnTo>
                  <a:pt x="40184" y="55587"/>
                </a:lnTo>
                <a:lnTo>
                  <a:pt x="38584" y="55215"/>
                </a:lnTo>
                <a:lnTo>
                  <a:pt x="36984" y="54880"/>
                </a:lnTo>
                <a:lnTo>
                  <a:pt x="35384" y="54620"/>
                </a:lnTo>
                <a:lnTo>
                  <a:pt x="33784" y="54397"/>
                </a:lnTo>
                <a:lnTo>
                  <a:pt x="32147" y="54248"/>
                </a:lnTo>
                <a:lnTo>
                  <a:pt x="30547" y="54136"/>
                </a:lnTo>
                <a:lnTo>
                  <a:pt x="28984" y="54099"/>
                </a:lnTo>
                <a:lnTo>
                  <a:pt x="27384" y="54099"/>
                </a:lnTo>
                <a:lnTo>
                  <a:pt x="25859" y="54173"/>
                </a:lnTo>
                <a:lnTo>
                  <a:pt x="24296" y="54285"/>
                </a:lnTo>
                <a:lnTo>
                  <a:pt x="22771" y="54471"/>
                </a:lnTo>
                <a:lnTo>
                  <a:pt x="21282" y="54694"/>
                </a:lnTo>
                <a:lnTo>
                  <a:pt x="19831" y="54992"/>
                </a:lnTo>
                <a:lnTo>
                  <a:pt x="18417" y="55327"/>
                </a:lnTo>
                <a:lnTo>
                  <a:pt x="17004" y="55736"/>
                </a:lnTo>
                <a:lnTo>
                  <a:pt x="15925" y="56108"/>
                </a:lnTo>
                <a:lnTo>
                  <a:pt x="14846" y="56480"/>
                </a:lnTo>
                <a:lnTo>
                  <a:pt x="13804" y="56927"/>
                </a:lnTo>
                <a:lnTo>
                  <a:pt x="12799" y="57373"/>
                </a:lnTo>
                <a:lnTo>
                  <a:pt x="11832" y="57894"/>
                </a:lnTo>
                <a:lnTo>
                  <a:pt x="10902" y="58415"/>
                </a:lnTo>
                <a:lnTo>
                  <a:pt x="9971" y="58973"/>
                </a:lnTo>
                <a:lnTo>
                  <a:pt x="9079" y="59568"/>
                </a:lnTo>
                <a:lnTo>
                  <a:pt x="8223" y="60201"/>
                </a:lnTo>
                <a:lnTo>
                  <a:pt x="7404" y="60833"/>
                </a:lnTo>
                <a:lnTo>
                  <a:pt x="6586" y="61540"/>
                </a:lnTo>
                <a:lnTo>
                  <a:pt x="5842" y="62247"/>
                </a:lnTo>
                <a:lnTo>
                  <a:pt x="5097" y="63029"/>
                </a:lnTo>
                <a:lnTo>
                  <a:pt x="4390" y="63810"/>
                </a:lnTo>
                <a:lnTo>
                  <a:pt x="3721" y="64628"/>
                </a:lnTo>
                <a:lnTo>
                  <a:pt x="3088" y="65484"/>
                </a:lnTo>
                <a:lnTo>
                  <a:pt x="2642" y="66117"/>
                </a:lnTo>
                <a:lnTo>
                  <a:pt x="2195" y="66786"/>
                </a:lnTo>
                <a:lnTo>
                  <a:pt x="1786" y="67493"/>
                </a:lnTo>
                <a:lnTo>
                  <a:pt x="1377" y="68200"/>
                </a:lnTo>
                <a:lnTo>
                  <a:pt x="1005" y="68907"/>
                </a:lnTo>
                <a:lnTo>
                  <a:pt x="670" y="69651"/>
                </a:lnTo>
                <a:lnTo>
                  <a:pt x="335" y="70396"/>
                </a:lnTo>
                <a:lnTo>
                  <a:pt x="0" y="71177"/>
                </a:lnTo>
                <a:lnTo>
                  <a:pt x="0" y="72888"/>
                </a:lnTo>
                <a:lnTo>
                  <a:pt x="335" y="71921"/>
                </a:lnTo>
                <a:lnTo>
                  <a:pt x="707" y="70991"/>
                </a:lnTo>
                <a:lnTo>
                  <a:pt x="1116" y="70061"/>
                </a:lnTo>
                <a:lnTo>
                  <a:pt x="1563" y="69168"/>
                </a:lnTo>
                <a:lnTo>
                  <a:pt x="2009" y="68275"/>
                </a:lnTo>
                <a:lnTo>
                  <a:pt x="2493" y="67456"/>
                </a:lnTo>
                <a:lnTo>
                  <a:pt x="3014" y="66600"/>
                </a:lnTo>
                <a:lnTo>
                  <a:pt x="3572" y="65819"/>
                </a:lnTo>
                <a:lnTo>
                  <a:pt x="4204" y="65001"/>
                </a:lnTo>
                <a:lnTo>
                  <a:pt x="4874" y="64182"/>
                </a:lnTo>
                <a:lnTo>
                  <a:pt x="5544" y="63438"/>
                </a:lnTo>
                <a:lnTo>
                  <a:pt x="6251" y="62694"/>
                </a:lnTo>
                <a:lnTo>
                  <a:pt x="6995" y="61987"/>
                </a:lnTo>
                <a:lnTo>
                  <a:pt x="7776" y="61317"/>
                </a:lnTo>
                <a:lnTo>
                  <a:pt x="8595" y="60647"/>
                </a:lnTo>
                <a:lnTo>
                  <a:pt x="9413" y="60052"/>
                </a:lnTo>
                <a:lnTo>
                  <a:pt x="10306" y="59457"/>
                </a:lnTo>
                <a:lnTo>
                  <a:pt x="11199" y="58936"/>
                </a:lnTo>
                <a:lnTo>
                  <a:pt x="12129" y="58415"/>
                </a:lnTo>
                <a:lnTo>
                  <a:pt x="13097" y="57931"/>
                </a:lnTo>
                <a:lnTo>
                  <a:pt x="14064" y="57448"/>
                </a:lnTo>
                <a:lnTo>
                  <a:pt x="15069" y="57038"/>
                </a:lnTo>
                <a:lnTo>
                  <a:pt x="16111" y="56666"/>
                </a:lnTo>
                <a:lnTo>
                  <a:pt x="17190" y="56294"/>
                </a:lnTo>
                <a:lnTo>
                  <a:pt x="18492" y="55922"/>
                </a:lnTo>
                <a:lnTo>
                  <a:pt x="19869" y="55587"/>
                </a:lnTo>
                <a:lnTo>
                  <a:pt x="21208" y="55327"/>
                </a:lnTo>
                <a:lnTo>
                  <a:pt x="22622" y="55066"/>
                </a:lnTo>
                <a:lnTo>
                  <a:pt x="24036" y="54917"/>
                </a:lnTo>
                <a:lnTo>
                  <a:pt x="25487" y="54769"/>
                </a:lnTo>
                <a:lnTo>
                  <a:pt x="26975" y="54694"/>
                </a:lnTo>
                <a:lnTo>
                  <a:pt x="30063" y="54694"/>
                </a:lnTo>
                <a:lnTo>
                  <a:pt x="31738" y="54806"/>
                </a:lnTo>
                <a:lnTo>
                  <a:pt x="33375" y="54955"/>
                </a:lnTo>
                <a:lnTo>
                  <a:pt x="35012" y="55141"/>
                </a:lnTo>
                <a:lnTo>
                  <a:pt x="36686" y="55438"/>
                </a:lnTo>
                <a:lnTo>
                  <a:pt x="38323" y="55736"/>
                </a:lnTo>
                <a:lnTo>
                  <a:pt x="39960" y="56145"/>
                </a:lnTo>
                <a:lnTo>
                  <a:pt x="41597" y="56592"/>
                </a:lnTo>
                <a:lnTo>
                  <a:pt x="43086" y="57075"/>
                </a:lnTo>
                <a:lnTo>
                  <a:pt x="44574" y="57559"/>
                </a:lnTo>
                <a:lnTo>
                  <a:pt x="45988" y="58117"/>
                </a:lnTo>
                <a:lnTo>
                  <a:pt x="47365" y="58713"/>
                </a:lnTo>
                <a:lnTo>
                  <a:pt x="48704" y="59345"/>
                </a:lnTo>
                <a:lnTo>
                  <a:pt x="50006" y="60015"/>
                </a:lnTo>
                <a:lnTo>
                  <a:pt x="51234" y="60722"/>
                </a:lnTo>
                <a:lnTo>
                  <a:pt x="52425" y="61466"/>
                </a:lnTo>
                <a:lnTo>
                  <a:pt x="53578" y="62210"/>
                </a:lnTo>
                <a:lnTo>
                  <a:pt x="54657" y="63029"/>
                </a:lnTo>
                <a:lnTo>
                  <a:pt x="55662" y="63847"/>
                </a:lnTo>
                <a:lnTo>
                  <a:pt x="56629" y="64703"/>
                </a:lnTo>
                <a:lnTo>
                  <a:pt x="57522" y="65559"/>
                </a:lnTo>
                <a:lnTo>
                  <a:pt x="58341" y="66489"/>
                </a:lnTo>
                <a:lnTo>
                  <a:pt x="59085" y="67382"/>
                </a:lnTo>
                <a:lnTo>
                  <a:pt x="59792" y="68349"/>
                </a:lnTo>
                <a:lnTo>
                  <a:pt x="60424" y="69317"/>
                </a:lnTo>
                <a:lnTo>
                  <a:pt x="61020" y="70358"/>
                </a:lnTo>
                <a:lnTo>
                  <a:pt x="61615" y="71437"/>
                </a:lnTo>
                <a:lnTo>
                  <a:pt x="62210" y="72628"/>
                </a:lnTo>
                <a:lnTo>
                  <a:pt x="62768" y="73819"/>
                </a:lnTo>
                <a:lnTo>
                  <a:pt x="63326" y="75121"/>
                </a:lnTo>
                <a:lnTo>
                  <a:pt x="63847" y="76423"/>
                </a:lnTo>
                <a:lnTo>
                  <a:pt x="64331" y="77837"/>
                </a:lnTo>
                <a:lnTo>
                  <a:pt x="64815" y="79251"/>
                </a:lnTo>
                <a:lnTo>
                  <a:pt x="65224" y="80739"/>
                </a:lnTo>
                <a:lnTo>
                  <a:pt x="65633" y="82227"/>
                </a:lnTo>
                <a:lnTo>
                  <a:pt x="66005" y="83790"/>
                </a:lnTo>
                <a:lnTo>
                  <a:pt x="66340" y="85390"/>
                </a:lnTo>
                <a:lnTo>
                  <a:pt x="66638" y="86990"/>
                </a:lnTo>
                <a:lnTo>
                  <a:pt x="66898" y="88627"/>
                </a:lnTo>
                <a:lnTo>
                  <a:pt x="67084" y="90301"/>
                </a:lnTo>
                <a:lnTo>
                  <a:pt x="67233" y="92013"/>
                </a:lnTo>
                <a:lnTo>
                  <a:pt x="67345" y="93724"/>
                </a:lnTo>
                <a:lnTo>
                  <a:pt x="67382" y="95473"/>
                </a:lnTo>
                <a:lnTo>
                  <a:pt x="67382" y="97222"/>
                </a:lnTo>
                <a:lnTo>
                  <a:pt x="67345" y="98970"/>
                </a:lnTo>
                <a:lnTo>
                  <a:pt x="67233" y="100756"/>
                </a:lnTo>
                <a:lnTo>
                  <a:pt x="67047" y="102542"/>
                </a:lnTo>
                <a:lnTo>
                  <a:pt x="66787" y="104328"/>
                </a:lnTo>
                <a:lnTo>
                  <a:pt x="66489" y="106077"/>
                </a:lnTo>
                <a:lnTo>
                  <a:pt x="66080" y="107863"/>
                </a:lnTo>
                <a:lnTo>
                  <a:pt x="65633" y="109649"/>
                </a:lnTo>
                <a:lnTo>
                  <a:pt x="65112" y="111398"/>
                </a:lnTo>
                <a:lnTo>
                  <a:pt x="64517" y="113146"/>
                </a:lnTo>
                <a:lnTo>
                  <a:pt x="63847" y="114858"/>
                </a:lnTo>
                <a:lnTo>
                  <a:pt x="63066" y="116569"/>
                </a:lnTo>
                <a:lnTo>
                  <a:pt x="62210" y="118281"/>
                </a:lnTo>
                <a:lnTo>
                  <a:pt x="61466" y="119658"/>
                </a:lnTo>
                <a:lnTo>
                  <a:pt x="60647" y="121034"/>
                </a:lnTo>
                <a:lnTo>
                  <a:pt x="59754" y="122336"/>
                </a:lnTo>
                <a:lnTo>
                  <a:pt x="58824" y="123601"/>
                </a:lnTo>
                <a:lnTo>
                  <a:pt x="56406" y="123713"/>
                </a:lnTo>
                <a:lnTo>
                  <a:pt x="53950" y="123750"/>
                </a:lnTo>
                <a:lnTo>
                  <a:pt x="51532" y="123713"/>
                </a:lnTo>
                <a:lnTo>
                  <a:pt x="49113" y="123601"/>
                </a:lnTo>
                <a:lnTo>
                  <a:pt x="46732" y="123453"/>
                </a:lnTo>
                <a:lnTo>
                  <a:pt x="44351" y="123229"/>
                </a:lnTo>
                <a:lnTo>
                  <a:pt x="42007" y="122969"/>
                </a:lnTo>
                <a:lnTo>
                  <a:pt x="39663" y="122634"/>
                </a:lnTo>
                <a:lnTo>
                  <a:pt x="38286" y="122374"/>
                </a:lnTo>
                <a:lnTo>
                  <a:pt x="36909" y="122150"/>
                </a:lnTo>
                <a:lnTo>
                  <a:pt x="35533" y="121853"/>
                </a:lnTo>
                <a:lnTo>
                  <a:pt x="34193" y="121555"/>
                </a:lnTo>
                <a:lnTo>
                  <a:pt x="32891" y="121257"/>
                </a:lnTo>
                <a:lnTo>
                  <a:pt x="31589" y="120923"/>
                </a:lnTo>
                <a:lnTo>
                  <a:pt x="30324" y="120551"/>
                </a:lnTo>
                <a:lnTo>
                  <a:pt x="29059" y="120178"/>
                </a:lnTo>
                <a:lnTo>
                  <a:pt x="27794" y="119769"/>
                </a:lnTo>
                <a:lnTo>
                  <a:pt x="26566" y="119360"/>
                </a:lnTo>
                <a:lnTo>
                  <a:pt x="25375" y="118913"/>
                </a:lnTo>
                <a:lnTo>
                  <a:pt x="24185" y="118467"/>
                </a:lnTo>
                <a:lnTo>
                  <a:pt x="22994" y="117983"/>
                </a:lnTo>
                <a:lnTo>
                  <a:pt x="21878" y="117500"/>
                </a:lnTo>
                <a:lnTo>
                  <a:pt x="20724" y="116979"/>
                </a:lnTo>
                <a:lnTo>
                  <a:pt x="19645" y="116458"/>
                </a:lnTo>
                <a:lnTo>
                  <a:pt x="18417" y="115825"/>
                </a:lnTo>
                <a:lnTo>
                  <a:pt x="17227" y="115193"/>
                </a:lnTo>
                <a:lnTo>
                  <a:pt x="16073" y="114523"/>
                </a:lnTo>
                <a:lnTo>
                  <a:pt x="14957" y="113816"/>
                </a:lnTo>
                <a:lnTo>
                  <a:pt x="13878" y="113109"/>
                </a:lnTo>
                <a:lnTo>
                  <a:pt x="12836" y="112365"/>
                </a:lnTo>
                <a:lnTo>
                  <a:pt x="11795" y="111621"/>
                </a:lnTo>
                <a:lnTo>
                  <a:pt x="10827" y="110839"/>
                </a:lnTo>
                <a:lnTo>
                  <a:pt x="9860" y="110058"/>
                </a:lnTo>
                <a:lnTo>
                  <a:pt x="8967" y="109240"/>
                </a:lnTo>
                <a:lnTo>
                  <a:pt x="8074" y="108421"/>
                </a:lnTo>
                <a:lnTo>
                  <a:pt x="7255" y="107565"/>
                </a:lnTo>
                <a:lnTo>
                  <a:pt x="6437" y="106710"/>
                </a:lnTo>
                <a:lnTo>
                  <a:pt x="5655" y="105817"/>
                </a:lnTo>
                <a:lnTo>
                  <a:pt x="4911" y="104886"/>
                </a:lnTo>
                <a:lnTo>
                  <a:pt x="4204" y="103956"/>
                </a:lnTo>
                <a:lnTo>
                  <a:pt x="3572" y="103026"/>
                </a:lnTo>
                <a:lnTo>
                  <a:pt x="2939" y="102059"/>
                </a:lnTo>
                <a:lnTo>
                  <a:pt x="2344" y="101091"/>
                </a:lnTo>
                <a:lnTo>
                  <a:pt x="1786" y="100087"/>
                </a:lnTo>
                <a:lnTo>
                  <a:pt x="1302" y="99082"/>
                </a:lnTo>
                <a:lnTo>
                  <a:pt x="819" y="98040"/>
                </a:lnTo>
                <a:lnTo>
                  <a:pt x="409" y="97036"/>
                </a:lnTo>
                <a:lnTo>
                  <a:pt x="0" y="95957"/>
                </a:lnTo>
                <a:lnTo>
                  <a:pt x="0" y="97631"/>
                </a:lnTo>
                <a:lnTo>
                  <a:pt x="372" y="98524"/>
                </a:lnTo>
                <a:lnTo>
                  <a:pt x="781" y="99380"/>
                </a:lnTo>
                <a:lnTo>
                  <a:pt x="1191" y="100236"/>
                </a:lnTo>
                <a:lnTo>
                  <a:pt x="1674" y="101054"/>
                </a:lnTo>
                <a:lnTo>
                  <a:pt x="2121" y="101910"/>
                </a:lnTo>
                <a:lnTo>
                  <a:pt x="2642" y="102728"/>
                </a:lnTo>
                <a:lnTo>
                  <a:pt x="3163" y="103510"/>
                </a:lnTo>
                <a:lnTo>
                  <a:pt x="3758" y="104328"/>
                </a:lnTo>
                <a:lnTo>
                  <a:pt x="4465" y="105258"/>
                </a:lnTo>
                <a:lnTo>
                  <a:pt x="5209" y="106189"/>
                </a:lnTo>
                <a:lnTo>
                  <a:pt x="5990" y="107082"/>
                </a:lnTo>
                <a:lnTo>
                  <a:pt x="6809" y="107975"/>
                </a:lnTo>
                <a:lnTo>
                  <a:pt x="7665" y="108830"/>
                </a:lnTo>
                <a:lnTo>
                  <a:pt x="8558" y="109686"/>
                </a:lnTo>
                <a:lnTo>
                  <a:pt x="9488" y="110505"/>
                </a:lnTo>
                <a:lnTo>
                  <a:pt x="10418" y="111323"/>
                </a:lnTo>
                <a:lnTo>
                  <a:pt x="11423" y="112105"/>
                </a:lnTo>
                <a:lnTo>
                  <a:pt x="12464" y="112849"/>
                </a:lnTo>
                <a:lnTo>
                  <a:pt x="13543" y="113593"/>
                </a:lnTo>
                <a:lnTo>
                  <a:pt x="14622" y="114300"/>
                </a:lnTo>
                <a:lnTo>
                  <a:pt x="15776" y="115007"/>
                </a:lnTo>
                <a:lnTo>
                  <a:pt x="16929" y="115676"/>
                </a:lnTo>
                <a:lnTo>
                  <a:pt x="18120" y="116346"/>
                </a:lnTo>
                <a:lnTo>
                  <a:pt x="19348" y="116979"/>
                </a:lnTo>
                <a:lnTo>
                  <a:pt x="20464" y="117537"/>
                </a:lnTo>
                <a:lnTo>
                  <a:pt x="21617" y="118058"/>
                </a:lnTo>
                <a:lnTo>
                  <a:pt x="22771" y="118541"/>
                </a:lnTo>
                <a:lnTo>
                  <a:pt x="23961" y="119025"/>
                </a:lnTo>
                <a:lnTo>
                  <a:pt x="25152" y="119472"/>
                </a:lnTo>
                <a:lnTo>
                  <a:pt x="26380" y="119918"/>
                </a:lnTo>
                <a:lnTo>
                  <a:pt x="27608" y="120327"/>
                </a:lnTo>
                <a:lnTo>
                  <a:pt x="28873" y="120737"/>
                </a:lnTo>
                <a:lnTo>
                  <a:pt x="30138" y="121109"/>
                </a:lnTo>
                <a:lnTo>
                  <a:pt x="31440" y="121481"/>
                </a:lnTo>
                <a:lnTo>
                  <a:pt x="32742" y="121816"/>
                </a:lnTo>
                <a:lnTo>
                  <a:pt x="34082" y="122150"/>
                </a:lnTo>
                <a:lnTo>
                  <a:pt x="35421" y="122448"/>
                </a:lnTo>
                <a:lnTo>
                  <a:pt x="36798" y="122709"/>
                </a:lnTo>
                <a:lnTo>
                  <a:pt x="38174" y="122969"/>
                </a:lnTo>
                <a:lnTo>
                  <a:pt x="39551" y="123192"/>
                </a:lnTo>
                <a:lnTo>
                  <a:pt x="41858" y="123527"/>
                </a:lnTo>
                <a:lnTo>
                  <a:pt x="44165" y="123825"/>
                </a:lnTo>
                <a:lnTo>
                  <a:pt x="46509" y="124048"/>
                </a:lnTo>
                <a:lnTo>
                  <a:pt x="48853" y="124197"/>
                </a:lnTo>
                <a:lnTo>
                  <a:pt x="51197" y="124308"/>
                </a:lnTo>
                <a:lnTo>
                  <a:pt x="53578" y="124346"/>
                </a:lnTo>
                <a:lnTo>
                  <a:pt x="55959" y="124308"/>
                </a:lnTo>
                <a:lnTo>
                  <a:pt x="58378" y="124234"/>
                </a:lnTo>
                <a:lnTo>
                  <a:pt x="58378" y="124234"/>
                </a:lnTo>
                <a:lnTo>
                  <a:pt x="57559" y="125239"/>
                </a:lnTo>
                <a:lnTo>
                  <a:pt x="56741" y="126206"/>
                </a:lnTo>
                <a:lnTo>
                  <a:pt x="55848" y="127173"/>
                </a:lnTo>
                <a:lnTo>
                  <a:pt x="54955" y="128104"/>
                </a:lnTo>
                <a:lnTo>
                  <a:pt x="54025" y="129034"/>
                </a:lnTo>
                <a:lnTo>
                  <a:pt x="53057" y="129927"/>
                </a:lnTo>
                <a:lnTo>
                  <a:pt x="52053" y="130782"/>
                </a:lnTo>
                <a:lnTo>
                  <a:pt x="51011" y="131638"/>
                </a:lnTo>
                <a:lnTo>
                  <a:pt x="49969" y="132420"/>
                </a:lnTo>
                <a:lnTo>
                  <a:pt x="48853" y="133238"/>
                </a:lnTo>
                <a:lnTo>
                  <a:pt x="47737" y="133982"/>
                </a:lnTo>
                <a:lnTo>
                  <a:pt x="46583" y="134726"/>
                </a:lnTo>
                <a:lnTo>
                  <a:pt x="45393" y="135470"/>
                </a:lnTo>
                <a:lnTo>
                  <a:pt x="44165" y="136177"/>
                </a:lnTo>
                <a:lnTo>
                  <a:pt x="42900" y="136847"/>
                </a:lnTo>
                <a:lnTo>
                  <a:pt x="41635" y="137480"/>
                </a:lnTo>
                <a:lnTo>
                  <a:pt x="39551" y="138447"/>
                </a:lnTo>
                <a:lnTo>
                  <a:pt x="37430" y="139340"/>
                </a:lnTo>
                <a:lnTo>
                  <a:pt x="35235" y="140159"/>
                </a:lnTo>
                <a:lnTo>
                  <a:pt x="32928" y="140940"/>
                </a:lnTo>
                <a:lnTo>
                  <a:pt x="30584" y="141647"/>
                </a:lnTo>
                <a:lnTo>
                  <a:pt x="28166" y="142317"/>
                </a:lnTo>
                <a:lnTo>
                  <a:pt x="25636" y="142912"/>
                </a:lnTo>
                <a:lnTo>
                  <a:pt x="23068" y="143433"/>
                </a:lnTo>
                <a:lnTo>
                  <a:pt x="20427" y="143916"/>
                </a:lnTo>
                <a:lnTo>
                  <a:pt x="17711" y="144326"/>
                </a:lnTo>
                <a:lnTo>
                  <a:pt x="14957" y="144661"/>
                </a:lnTo>
                <a:lnTo>
                  <a:pt x="12092" y="144958"/>
                </a:lnTo>
                <a:lnTo>
                  <a:pt x="9153" y="145182"/>
                </a:lnTo>
                <a:lnTo>
                  <a:pt x="6176" y="145368"/>
                </a:lnTo>
                <a:lnTo>
                  <a:pt x="3125" y="145479"/>
                </a:lnTo>
                <a:lnTo>
                  <a:pt x="0" y="145516"/>
                </a:lnTo>
                <a:lnTo>
                  <a:pt x="0" y="146112"/>
                </a:lnTo>
                <a:lnTo>
                  <a:pt x="3125" y="146074"/>
                </a:lnTo>
                <a:lnTo>
                  <a:pt x="6214" y="145963"/>
                </a:lnTo>
                <a:lnTo>
                  <a:pt x="9227" y="145777"/>
                </a:lnTo>
                <a:lnTo>
                  <a:pt x="12167" y="145554"/>
                </a:lnTo>
                <a:lnTo>
                  <a:pt x="15032" y="145256"/>
                </a:lnTo>
                <a:lnTo>
                  <a:pt x="17822" y="144921"/>
                </a:lnTo>
                <a:lnTo>
                  <a:pt x="20538" y="144512"/>
                </a:lnTo>
                <a:lnTo>
                  <a:pt x="23217" y="144028"/>
                </a:lnTo>
                <a:lnTo>
                  <a:pt x="25784" y="143470"/>
                </a:lnTo>
                <a:lnTo>
                  <a:pt x="28315" y="142875"/>
                </a:lnTo>
                <a:lnTo>
                  <a:pt x="30770" y="142242"/>
                </a:lnTo>
                <a:lnTo>
                  <a:pt x="33151" y="141498"/>
                </a:lnTo>
                <a:lnTo>
                  <a:pt x="35421" y="140717"/>
                </a:lnTo>
                <a:lnTo>
                  <a:pt x="37654" y="139898"/>
                </a:lnTo>
                <a:lnTo>
                  <a:pt x="39812" y="138968"/>
                </a:lnTo>
                <a:lnTo>
                  <a:pt x="41895" y="138001"/>
                </a:lnTo>
                <a:lnTo>
                  <a:pt x="43197" y="137331"/>
                </a:lnTo>
                <a:lnTo>
                  <a:pt x="44500" y="136661"/>
                </a:lnTo>
                <a:lnTo>
                  <a:pt x="45765" y="135917"/>
                </a:lnTo>
                <a:lnTo>
                  <a:pt x="46992" y="135173"/>
                </a:lnTo>
                <a:lnTo>
                  <a:pt x="48220" y="134391"/>
                </a:lnTo>
                <a:lnTo>
                  <a:pt x="49374" y="133610"/>
                </a:lnTo>
                <a:lnTo>
                  <a:pt x="50490" y="132754"/>
                </a:lnTo>
                <a:lnTo>
                  <a:pt x="51606" y="131936"/>
                </a:lnTo>
                <a:lnTo>
                  <a:pt x="52648" y="131043"/>
                </a:lnTo>
                <a:lnTo>
                  <a:pt x="53690" y="130150"/>
                </a:lnTo>
                <a:lnTo>
                  <a:pt x="54694" y="129220"/>
                </a:lnTo>
                <a:lnTo>
                  <a:pt x="55662" y="128252"/>
                </a:lnTo>
                <a:lnTo>
                  <a:pt x="56592" y="127285"/>
                </a:lnTo>
                <a:lnTo>
                  <a:pt x="57485" y="126280"/>
                </a:lnTo>
                <a:lnTo>
                  <a:pt x="58341" y="125239"/>
                </a:lnTo>
                <a:lnTo>
                  <a:pt x="59159" y="124197"/>
                </a:lnTo>
                <a:lnTo>
                  <a:pt x="60796" y="124085"/>
                </a:lnTo>
                <a:lnTo>
                  <a:pt x="62433" y="123974"/>
                </a:lnTo>
                <a:lnTo>
                  <a:pt x="63959" y="123825"/>
                </a:lnTo>
                <a:lnTo>
                  <a:pt x="65484" y="123676"/>
                </a:lnTo>
                <a:lnTo>
                  <a:pt x="67010" y="123490"/>
                </a:lnTo>
                <a:lnTo>
                  <a:pt x="68535" y="123267"/>
                </a:lnTo>
                <a:lnTo>
                  <a:pt x="70024" y="123043"/>
                </a:lnTo>
                <a:lnTo>
                  <a:pt x="71512" y="122783"/>
                </a:lnTo>
                <a:lnTo>
                  <a:pt x="73000" y="122485"/>
                </a:lnTo>
                <a:lnTo>
                  <a:pt x="74488" y="122188"/>
                </a:lnTo>
                <a:lnTo>
                  <a:pt x="75940" y="121890"/>
                </a:lnTo>
                <a:lnTo>
                  <a:pt x="77391" y="121518"/>
                </a:lnTo>
                <a:lnTo>
                  <a:pt x="78842" y="121146"/>
                </a:lnTo>
                <a:lnTo>
                  <a:pt x="80256" y="120774"/>
                </a:lnTo>
                <a:lnTo>
                  <a:pt x="81669" y="120364"/>
                </a:lnTo>
                <a:lnTo>
                  <a:pt x="83083" y="119918"/>
                </a:lnTo>
                <a:lnTo>
                  <a:pt x="84460" y="119472"/>
                </a:lnTo>
                <a:lnTo>
                  <a:pt x="85837" y="119025"/>
                </a:lnTo>
                <a:lnTo>
                  <a:pt x="87176" y="118541"/>
                </a:lnTo>
                <a:lnTo>
                  <a:pt x="88516" y="118020"/>
                </a:lnTo>
                <a:lnTo>
                  <a:pt x="89855" y="117462"/>
                </a:lnTo>
                <a:lnTo>
                  <a:pt x="91157" y="116941"/>
                </a:lnTo>
                <a:lnTo>
                  <a:pt x="92459" y="116346"/>
                </a:lnTo>
                <a:lnTo>
                  <a:pt x="93762" y="115751"/>
                </a:lnTo>
                <a:lnTo>
                  <a:pt x="94990" y="115156"/>
                </a:lnTo>
                <a:lnTo>
                  <a:pt x="96255" y="114523"/>
                </a:lnTo>
                <a:lnTo>
                  <a:pt x="97482" y="113890"/>
                </a:lnTo>
                <a:lnTo>
                  <a:pt x="98673" y="113221"/>
                </a:lnTo>
                <a:lnTo>
                  <a:pt x="99864" y="112514"/>
                </a:lnTo>
                <a:lnTo>
                  <a:pt x="101017" y="111807"/>
                </a:lnTo>
                <a:lnTo>
                  <a:pt x="102171" y="111100"/>
                </a:lnTo>
                <a:lnTo>
                  <a:pt x="103287" y="110356"/>
                </a:lnTo>
                <a:lnTo>
                  <a:pt x="104366" y="109612"/>
                </a:lnTo>
                <a:lnTo>
                  <a:pt x="105445" y="108830"/>
                </a:lnTo>
                <a:lnTo>
                  <a:pt x="107305" y="107416"/>
                </a:lnTo>
                <a:lnTo>
                  <a:pt x="109128" y="105928"/>
                </a:lnTo>
                <a:lnTo>
                  <a:pt x="110914" y="104440"/>
                </a:lnTo>
                <a:lnTo>
                  <a:pt x="112663" y="102914"/>
                </a:lnTo>
                <a:lnTo>
                  <a:pt x="114337" y="101315"/>
                </a:lnTo>
                <a:lnTo>
                  <a:pt x="115974" y="99715"/>
                </a:lnTo>
                <a:lnTo>
                  <a:pt x="117537" y="98040"/>
                </a:lnTo>
                <a:lnTo>
                  <a:pt x="119063" y="96366"/>
                </a:lnTo>
                <a:lnTo>
                  <a:pt x="120551" y="94654"/>
                </a:lnTo>
                <a:lnTo>
                  <a:pt x="121965" y="92906"/>
                </a:lnTo>
                <a:lnTo>
                  <a:pt x="123341" y="91120"/>
                </a:lnTo>
                <a:lnTo>
                  <a:pt x="124644" y="89334"/>
                </a:lnTo>
                <a:lnTo>
                  <a:pt x="125909" y="87511"/>
                </a:lnTo>
                <a:lnTo>
                  <a:pt x="127062" y="85650"/>
                </a:lnTo>
                <a:lnTo>
                  <a:pt x="128215" y="83753"/>
                </a:lnTo>
                <a:lnTo>
                  <a:pt x="129257" y="81855"/>
                </a:lnTo>
                <a:lnTo>
                  <a:pt x="130262" y="79921"/>
                </a:lnTo>
                <a:lnTo>
                  <a:pt x="131229" y="77949"/>
                </a:lnTo>
                <a:lnTo>
                  <a:pt x="132085" y="75977"/>
                </a:lnTo>
                <a:lnTo>
                  <a:pt x="132866" y="73967"/>
                </a:lnTo>
                <a:lnTo>
                  <a:pt x="133610" y="71995"/>
                </a:lnTo>
                <a:lnTo>
                  <a:pt x="134243" y="69986"/>
                </a:lnTo>
                <a:lnTo>
                  <a:pt x="134838" y="67977"/>
                </a:lnTo>
                <a:lnTo>
                  <a:pt x="135359" y="65968"/>
                </a:lnTo>
                <a:lnTo>
                  <a:pt x="135768" y="63959"/>
                </a:lnTo>
                <a:lnTo>
                  <a:pt x="136141" y="61950"/>
                </a:lnTo>
                <a:lnTo>
                  <a:pt x="136401" y="59940"/>
                </a:lnTo>
                <a:lnTo>
                  <a:pt x="136624" y="57968"/>
                </a:lnTo>
                <a:lnTo>
                  <a:pt x="136736" y="55959"/>
                </a:lnTo>
                <a:lnTo>
                  <a:pt x="136810" y="53987"/>
                </a:lnTo>
                <a:lnTo>
                  <a:pt x="136773" y="52015"/>
                </a:lnTo>
                <a:lnTo>
                  <a:pt x="136661" y="50043"/>
                </a:lnTo>
                <a:lnTo>
                  <a:pt x="136513" y="48369"/>
                </a:lnTo>
                <a:lnTo>
                  <a:pt x="136327" y="46732"/>
                </a:lnTo>
                <a:lnTo>
                  <a:pt x="136066" y="45095"/>
                </a:lnTo>
                <a:lnTo>
                  <a:pt x="135768" y="43458"/>
                </a:lnTo>
                <a:lnTo>
                  <a:pt x="135396" y="41858"/>
                </a:lnTo>
                <a:lnTo>
                  <a:pt x="134950" y="40258"/>
                </a:lnTo>
                <a:lnTo>
                  <a:pt x="134503" y="38658"/>
                </a:lnTo>
                <a:lnTo>
                  <a:pt x="133945" y="37095"/>
                </a:lnTo>
                <a:lnTo>
                  <a:pt x="133387" y="35533"/>
                </a:lnTo>
                <a:lnTo>
                  <a:pt x="132717" y="34007"/>
                </a:lnTo>
                <a:lnTo>
                  <a:pt x="132048" y="32519"/>
                </a:lnTo>
                <a:lnTo>
                  <a:pt x="131304" y="30993"/>
                </a:lnTo>
                <a:lnTo>
                  <a:pt x="130485" y="29542"/>
                </a:lnTo>
                <a:lnTo>
                  <a:pt x="129629" y="28054"/>
                </a:lnTo>
                <a:lnTo>
                  <a:pt x="128736" y="26640"/>
                </a:lnTo>
                <a:lnTo>
                  <a:pt x="127769" y="25189"/>
                </a:lnTo>
                <a:lnTo>
                  <a:pt x="126653" y="23701"/>
                </a:lnTo>
                <a:lnTo>
                  <a:pt x="125499" y="22213"/>
                </a:lnTo>
                <a:lnTo>
                  <a:pt x="124271" y="20724"/>
                </a:lnTo>
                <a:lnTo>
                  <a:pt x="123006" y="19310"/>
                </a:lnTo>
                <a:lnTo>
                  <a:pt x="121667" y="17897"/>
                </a:lnTo>
                <a:lnTo>
                  <a:pt x="120290" y="16520"/>
                </a:lnTo>
                <a:lnTo>
                  <a:pt x="118839" y="15180"/>
                </a:lnTo>
                <a:lnTo>
                  <a:pt x="117314" y="13841"/>
                </a:lnTo>
                <a:lnTo>
                  <a:pt x="115751" y="12576"/>
                </a:lnTo>
                <a:lnTo>
                  <a:pt x="114114" y="11311"/>
                </a:lnTo>
                <a:lnTo>
                  <a:pt x="112440" y="10046"/>
                </a:lnTo>
                <a:lnTo>
                  <a:pt x="110691" y="8855"/>
                </a:lnTo>
                <a:lnTo>
                  <a:pt x="108905" y="7665"/>
                </a:lnTo>
                <a:lnTo>
                  <a:pt x="107082" y="6548"/>
                </a:lnTo>
                <a:lnTo>
                  <a:pt x="105147" y="5432"/>
                </a:lnTo>
                <a:lnTo>
                  <a:pt x="103212" y="4353"/>
                </a:lnTo>
                <a:lnTo>
                  <a:pt x="101947" y="3683"/>
                </a:lnTo>
                <a:lnTo>
                  <a:pt x="100645" y="3051"/>
                </a:lnTo>
                <a:lnTo>
                  <a:pt x="99380" y="2456"/>
                </a:lnTo>
                <a:lnTo>
                  <a:pt x="98078" y="1898"/>
                </a:lnTo>
                <a:lnTo>
                  <a:pt x="96775" y="1377"/>
                </a:lnTo>
                <a:lnTo>
                  <a:pt x="95473" y="893"/>
                </a:lnTo>
                <a:lnTo>
                  <a:pt x="94134" y="409"/>
                </a:lnTo>
                <a:lnTo>
                  <a:pt x="9279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313920" y="460440"/>
            <a:ext cx="3702600" cy="41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Google Shape;174;p16"/>
          <p:cNvSpPr/>
          <p:nvPr/>
        </p:nvSpPr>
        <p:spPr>
          <a:xfrm>
            <a:off x="-1800" y="0"/>
            <a:ext cx="1834200" cy="1065960"/>
          </a:xfrm>
          <a:custGeom>
            <a:avLst/>
            <a:gdLst>
              <a:gd name="textAreaLeft" fmla="*/ 0 w 1834200"/>
              <a:gd name="textAreaRight" fmla="*/ 1834560 w 1834200"/>
              <a:gd name="textAreaTop" fmla="*/ 0 h 1065960"/>
              <a:gd name="textAreaBottom" fmla="*/ 1066320 h 1065960"/>
            </a:gdLst>
            <a:ahLst/>
            <a:rect l="textAreaLeft" t="textAreaTop" r="textAreaRight" b="textAreaBottom"/>
            <a:pathLst>
              <a:path w="59978" h="34863">
                <a:moveTo>
                  <a:pt x="57485" y="0"/>
                </a:moveTo>
                <a:lnTo>
                  <a:pt x="55848" y="446"/>
                </a:lnTo>
                <a:lnTo>
                  <a:pt x="54248" y="930"/>
                </a:lnTo>
                <a:lnTo>
                  <a:pt x="52611" y="1414"/>
                </a:lnTo>
                <a:lnTo>
                  <a:pt x="50974" y="1972"/>
                </a:lnTo>
                <a:lnTo>
                  <a:pt x="49299" y="2567"/>
                </a:lnTo>
                <a:lnTo>
                  <a:pt x="47662" y="3163"/>
                </a:lnTo>
                <a:lnTo>
                  <a:pt x="45988" y="3832"/>
                </a:lnTo>
                <a:lnTo>
                  <a:pt x="44314" y="4502"/>
                </a:lnTo>
                <a:lnTo>
                  <a:pt x="42639" y="5246"/>
                </a:lnTo>
                <a:lnTo>
                  <a:pt x="40965" y="5990"/>
                </a:lnTo>
                <a:lnTo>
                  <a:pt x="39291" y="6772"/>
                </a:lnTo>
                <a:lnTo>
                  <a:pt x="37579" y="7627"/>
                </a:lnTo>
                <a:lnTo>
                  <a:pt x="35905" y="8483"/>
                </a:lnTo>
                <a:lnTo>
                  <a:pt x="34193" y="9376"/>
                </a:lnTo>
                <a:lnTo>
                  <a:pt x="32482" y="10306"/>
                </a:lnTo>
                <a:lnTo>
                  <a:pt x="30770" y="11274"/>
                </a:lnTo>
                <a:lnTo>
                  <a:pt x="28203" y="12762"/>
                </a:lnTo>
                <a:lnTo>
                  <a:pt x="25710" y="14287"/>
                </a:lnTo>
                <a:lnTo>
                  <a:pt x="23292" y="15850"/>
                </a:lnTo>
                <a:lnTo>
                  <a:pt x="20910" y="17413"/>
                </a:lnTo>
                <a:lnTo>
                  <a:pt x="18641" y="18976"/>
                </a:lnTo>
                <a:lnTo>
                  <a:pt x="16483" y="20538"/>
                </a:lnTo>
                <a:lnTo>
                  <a:pt x="14362" y="22101"/>
                </a:lnTo>
                <a:lnTo>
                  <a:pt x="12353" y="23626"/>
                </a:lnTo>
                <a:lnTo>
                  <a:pt x="10455" y="25115"/>
                </a:lnTo>
                <a:lnTo>
                  <a:pt x="8632" y="26603"/>
                </a:lnTo>
                <a:lnTo>
                  <a:pt x="6921" y="28017"/>
                </a:lnTo>
                <a:lnTo>
                  <a:pt x="5283" y="29356"/>
                </a:lnTo>
                <a:lnTo>
                  <a:pt x="2418" y="31886"/>
                </a:lnTo>
                <a:lnTo>
                  <a:pt x="0" y="34082"/>
                </a:lnTo>
                <a:lnTo>
                  <a:pt x="0" y="34863"/>
                </a:lnTo>
                <a:lnTo>
                  <a:pt x="2381" y="32705"/>
                </a:lnTo>
                <a:lnTo>
                  <a:pt x="5246" y="30175"/>
                </a:lnTo>
                <a:lnTo>
                  <a:pt x="6846" y="28835"/>
                </a:lnTo>
                <a:lnTo>
                  <a:pt x="8558" y="27384"/>
                </a:lnTo>
                <a:lnTo>
                  <a:pt x="10418" y="25933"/>
                </a:lnTo>
                <a:lnTo>
                  <a:pt x="12353" y="24408"/>
                </a:lnTo>
                <a:lnTo>
                  <a:pt x="14362" y="22845"/>
                </a:lnTo>
                <a:lnTo>
                  <a:pt x="16520" y="21245"/>
                </a:lnTo>
                <a:lnTo>
                  <a:pt x="18715" y="19682"/>
                </a:lnTo>
                <a:lnTo>
                  <a:pt x="21059" y="18045"/>
                </a:lnTo>
                <a:lnTo>
                  <a:pt x="23440" y="16483"/>
                </a:lnTo>
                <a:lnTo>
                  <a:pt x="25896" y="14883"/>
                </a:lnTo>
                <a:lnTo>
                  <a:pt x="28463" y="13320"/>
                </a:lnTo>
                <a:lnTo>
                  <a:pt x="31068" y="11757"/>
                </a:lnTo>
                <a:lnTo>
                  <a:pt x="32928" y="10716"/>
                </a:lnTo>
                <a:lnTo>
                  <a:pt x="34789" y="9711"/>
                </a:lnTo>
                <a:lnTo>
                  <a:pt x="36649" y="8744"/>
                </a:lnTo>
                <a:lnTo>
                  <a:pt x="38472" y="7851"/>
                </a:lnTo>
                <a:lnTo>
                  <a:pt x="40295" y="6958"/>
                </a:lnTo>
                <a:lnTo>
                  <a:pt x="42156" y="6102"/>
                </a:lnTo>
                <a:lnTo>
                  <a:pt x="43979" y="5321"/>
                </a:lnTo>
                <a:lnTo>
                  <a:pt x="45765" y="4539"/>
                </a:lnTo>
                <a:lnTo>
                  <a:pt x="47588" y="3832"/>
                </a:lnTo>
                <a:lnTo>
                  <a:pt x="49374" y="3163"/>
                </a:lnTo>
                <a:lnTo>
                  <a:pt x="51160" y="2530"/>
                </a:lnTo>
                <a:lnTo>
                  <a:pt x="52946" y="1935"/>
                </a:lnTo>
                <a:lnTo>
                  <a:pt x="54732" y="1377"/>
                </a:lnTo>
                <a:lnTo>
                  <a:pt x="56480" y="893"/>
                </a:lnTo>
                <a:lnTo>
                  <a:pt x="58229" y="409"/>
                </a:lnTo>
                <a:lnTo>
                  <a:pt x="59978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Google Shape;175;p16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8A8A1E77-5384-4F50-AB89-8E886870B35C}" type="slidenum">
              <a:rPr b="0" lang="en" sz="700" spc="-1" strike="noStrike">
                <a:solidFill>
                  <a:schemeClr val="dk1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78;p17" descr=""/>
          <p:cNvPicPr/>
          <p:nvPr/>
        </p:nvPicPr>
        <p:blipFill>
          <a:blip r:embed="rId2"/>
          <a:srcRect l="0" t="0" r="0" b="50875"/>
          <a:stretch/>
        </p:blipFill>
        <p:spPr>
          <a:xfrm rot="10800000">
            <a:off x="4511880" y="-4680"/>
            <a:ext cx="3254760" cy="1598400"/>
          </a:xfrm>
          <a:prstGeom prst="rect">
            <a:avLst/>
          </a:prstGeom>
          <a:ln w="0">
            <a:noFill/>
          </a:ln>
        </p:spPr>
      </p:pic>
      <p:sp>
        <p:nvSpPr>
          <p:cNvPr id="49" name="Google Shape;179;p17"/>
          <p:cNvSpPr/>
          <p:nvPr/>
        </p:nvSpPr>
        <p:spPr>
          <a:xfrm>
            <a:off x="5160600" y="1163520"/>
            <a:ext cx="7977960" cy="7977960"/>
          </a:xfrm>
          <a:prstGeom prst="pie">
            <a:avLst>
              <a:gd name="adj1" fmla="val 10792592"/>
              <a:gd name="adj2" fmla="val 16198514"/>
            </a:avLst>
          </a:prstGeom>
          <a:gradFill rotWithShape="0">
            <a:gsLst>
              <a:gs pos="0">
                <a:srgbClr val="1f1f1f"/>
              </a:gs>
              <a:gs pos="36000">
                <a:srgbClr val="1f1f1f"/>
              </a:gs>
              <a:gs pos="100000">
                <a:srgbClr val="6ad1fa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Google Shape;180;p17" descr=""/>
          <p:cNvPicPr/>
          <p:nvPr/>
        </p:nvPicPr>
        <p:blipFill>
          <a:blip r:embed="rId3"/>
          <a:srcRect l="0" t="39962" r="0" b="0"/>
          <a:stretch/>
        </p:blipFill>
        <p:spPr>
          <a:xfrm rot="10800000">
            <a:off x="4411080" y="2763360"/>
            <a:ext cx="3992400" cy="2396880"/>
          </a:xfrm>
          <a:prstGeom prst="rect">
            <a:avLst/>
          </a:prstGeom>
          <a:ln w="0">
            <a:noFill/>
          </a:ln>
        </p:spPr>
      </p:pic>
      <p:sp>
        <p:nvSpPr>
          <p:cNvPr id="51" name="Google Shape;181;p17"/>
          <p:cNvSpPr/>
          <p:nvPr/>
        </p:nvSpPr>
        <p:spPr>
          <a:xfrm>
            <a:off x="5269680" y="0"/>
            <a:ext cx="3873960" cy="2437920"/>
          </a:xfrm>
          <a:custGeom>
            <a:avLst/>
            <a:gdLst>
              <a:gd name="textAreaLeft" fmla="*/ 0 w 3873960"/>
              <a:gd name="textAreaRight" fmla="*/ 3874320 w 3873960"/>
              <a:gd name="textAreaTop" fmla="*/ 0 h 2437920"/>
              <a:gd name="textAreaBottom" fmla="*/ 2438280 h 2437920"/>
            </a:gdLst>
            <a:ahLst/>
            <a:rect l="textAreaLeft" t="textAreaTop" r="textAreaRight" b="textAreaBottom"/>
            <a:pathLst>
              <a:path w="121072" h="76200">
                <a:moveTo>
                  <a:pt x="0" y="0"/>
                </a:moveTo>
                <a:lnTo>
                  <a:pt x="1675" y="2456"/>
                </a:lnTo>
                <a:lnTo>
                  <a:pt x="3349" y="4800"/>
                </a:lnTo>
                <a:lnTo>
                  <a:pt x="4837" y="6883"/>
                </a:lnTo>
                <a:lnTo>
                  <a:pt x="6363" y="8930"/>
                </a:lnTo>
                <a:lnTo>
                  <a:pt x="7851" y="10902"/>
                </a:lnTo>
                <a:lnTo>
                  <a:pt x="9377" y="12874"/>
                </a:lnTo>
                <a:lnTo>
                  <a:pt x="10902" y="14771"/>
                </a:lnTo>
                <a:lnTo>
                  <a:pt x="12427" y="16594"/>
                </a:lnTo>
                <a:lnTo>
                  <a:pt x="13953" y="18417"/>
                </a:lnTo>
                <a:lnTo>
                  <a:pt x="15478" y="20166"/>
                </a:lnTo>
                <a:lnTo>
                  <a:pt x="17004" y="21878"/>
                </a:lnTo>
                <a:lnTo>
                  <a:pt x="18529" y="23552"/>
                </a:lnTo>
                <a:lnTo>
                  <a:pt x="20092" y="25189"/>
                </a:lnTo>
                <a:lnTo>
                  <a:pt x="21618" y="26752"/>
                </a:lnTo>
                <a:lnTo>
                  <a:pt x="23180" y="28277"/>
                </a:lnTo>
                <a:lnTo>
                  <a:pt x="24706" y="29766"/>
                </a:lnTo>
                <a:lnTo>
                  <a:pt x="26268" y="31179"/>
                </a:lnTo>
                <a:lnTo>
                  <a:pt x="27794" y="32556"/>
                </a:lnTo>
                <a:lnTo>
                  <a:pt x="29208" y="33784"/>
                </a:lnTo>
                <a:lnTo>
                  <a:pt x="30622" y="34975"/>
                </a:lnTo>
                <a:lnTo>
                  <a:pt x="32036" y="36091"/>
                </a:lnTo>
                <a:lnTo>
                  <a:pt x="33449" y="37170"/>
                </a:lnTo>
                <a:lnTo>
                  <a:pt x="34863" y="38249"/>
                </a:lnTo>
                <a:lnTo>
                  <a:pt x="36277" y="39253"/>
                </a:lnTo>
                <a:lnTo>
                  <a:pt x="37654" y="40221"/>
                </a:lnTo>
                <a:lnTo>
                  <a:pt x="39068" y="41114"/>
                </a:lnTo>
                <a:lnTo>
                  <a:pt x="40482" y="42007"/>
                </a:lnTo>
                <a:lnTo>
                  <a:pt x="41858" y="42825"/>
                </a:lnTo>
                <a:lnTo>
                  <a:pt x="43272" y="43607"/>
                </a:lnTo>
                <a:lnTo>
                  <a:pt x="44649" y="44351"/>
                </a:lnTo>
                <a:lnTo>
                  <a:pt x="46025" y="45058"/>
                </a:lnTo>
                <a:lnTo>
                  <a:pt x="47402" y="45727"/>
                </a:lnTo>
                <a:lnTo>
                  <a:pt x="48779" y="46323"/>
                </a:lnTo>
                <a:lnTo>
                  <a:pt x="50155" y="46918"/>
                </a:lnTo>
                <a:lnTo>
                  <a:pt x="51420" y="47402"/>
                </a:lnTo>
                <a:lnTo>
                  <a:pt x="52685" y="47848"/>
                </a:lnTo>
                <a:lnTo>
                  <a:pt x="53913" y="48220"/>
                </a:lnTo>
                <a:lnTo>
                  <a:pt x="55141" y="48592"/>
                </a:lnTo>
                <a:lnTo>
                  <a:pt x="56369" y="48927"/>
                </a:lnTo>
                <a:lnTo>
                  <a:pt x="57597" y="49225"/>
                </a:lnTo>
                <a:lnTo>
                  <a:pt x="58787" y="49448"/>
                </a:lnTo>
                <a:lnTo>
                  <a:pt x="59978" y="49671"/>
                </a:lnTo>
                <a:lnTo>
                  <a:pt x="61169" y="49820"/>
                </a:lnTo>
                <a:lnTo>
                  <a:pt x="62359" y="49969"/>
                </a:lnTo>
                <a:lnTo>
                  <a:pt x="63513" y="50043"/>
                </a:lnTo>
                <a:lnTo>
                  <a:pt x="64666" y="50081"/>
                </a:lnTo>
                <a:lnTo>
                  <a:pt x="65782" y="50118"/>
                </a:lnTo>
                <a:lnTo>
                  <a:pt x="66936" y="50081"/>
                </a:lnTo>
                <a:lnTo>
                  <a:pt x="68052" y="50006"/>
                </a:lnTo>
                <a:lnTo>
                  <a:pt x="69168" y="49895"/>
                </a:lnTo>
                <a:lnTo>
                  <a:pt x="70210" y="49746"/>
                </a:lnTo>
                <a:lnTo>
                  <a:pt x="71252" y="49560"/>
                </a:lnTo>
                <a:lnTo>
                  <a:pt x="72256" y="49336"/>
                </a:lnTo>
                <a:lnTo>
                  <a:pt x="73261" y="49076"/>
                </a:lnTo>
                <a:lnTo>
                  <a:pt x="74266" y="48778"/>
                </a:lnTo>
                <a:lnTo>
                  <a:pt x="75196" y="48443"/>
                </a:lnTo>
                <a:lnTo>
                  <a:pt x="76163" y="48071"/>
                </a:lnTo>
                <a:lnTo>
                  <a:pt x="77093" y="47699"/>
                </a:lnTo>
                <a:lnTo>
                  <a:pt x="77986" y="47253"/>
                </a:lnTo>
                <a:lnTo>
                  <a:pt x="78842" y="46769"/>
                </a:lnTo>
                <a:lnTo>
                  <a:pt x="79698" y="46285"/>
                </a:lnTo>
                <a:lnTo>
                  <a:pt x="80554" y="45765"/>
                </a:lnTo>
                <a:lnTo>
                  <a:pt x="81372" y="45169"/>
                </a:lnTo>
                <a:lnTo>
                  <a:pt x="82153" y="44574"/>
                </a:lnTo>
                <a:lnTo>
                  <a:pt x="82898" y="43941"/>
                </a:lnTo>
                <a:lnTo>
                  <a:pt x="83642" y="43309"/>
                </a:lnTo>
                <a:lnTo>
                  <a:pt x="84311" y="43979"/>
                </a:lnTo>
                <a:lnTo>
                  <a:pt x="86172" y="45951"/>
                </a:lnTo>
                <a:lnTo>
                  <a:pt x="88107" y="47923"/>
                </a:lnTo>
                <a:lnTo>
                  <a:pt x="90079" y="49895"/>
                </a:lnTo>
                <a:lnTo>
                  <a:pt x="92051" y="51866"/>
                </a:lnTo>
                <a:lnTo>
                  <a:pt x="94134" y="53801"/>
                </a:lnTo>
                <a:lnTo>
                  <a:pt x="96218" y="55773"/>
                </a:lnTo>
                <a:lnTo>
                  <a:pt x="98339" y="57708"/>
                </a:lnTo>
                <a:lnTo>
                  <a:pt x="100497" y="59643"/>
                </a:lnTo>
                <a:lnTo>
                  <a:pt x="102729" y="61577"/>
                </a:lnTo>
                <a:lnTo>
                  <a:pt x="104961" y="63475"/>
                </a:lnTo>
                <a:lnTo>
                  <a:pt x="107268" y="65410"/>
                </a:lnTo>
                <a:lnTo>
                  <a:pt x="109575" y="67307"/>
                </a:lnTo>
                <a:lnTo>
                  <a:pt x="111956" y="69205"/>
                </a:lnTo>
                <a:lnTo>
                  <a:pt x="114338" y="71102"/>
                </a:lnTo>
                <a:lnTo>
                  <a:pt x="116756" y="72963"/>
                </a:lnTo>
                <a:lnTo>
                  <a:pt x="119249" y="74860"/>
                </a:lnTo>
                <a:lnTo>
                  <a:pt x="121072" y="76200"/>
                </a:lnTo>
                <a:lnTo>
                  <a:pt x="121072" y="75456"/>
                </a:lnTo>
                <a:lnTo>
                  <a:pt x="119621" y="74377"/>
                </a:lnTo>
                <a:lnTo>
                  <a:pt x="117128" y="72516"/>
                </a:lnTo>
                <a:lnTo>
                  <a:pt x="114710" y="70619"/>
                </a:lnTo>
                <a:lnTo>
                  <a:pt x="112328" y="68758"/>
                </a:lnTo>
                <a:lnTo>
                  <a:pt x="109947" y="66861"/>
                </a:lnTo>
                <a:lnTo>
                  <a:pt x="107640" y="64963"/>
                </a:lnTo>
                <a:lnTo>
                  <a:pt x="105333" y="63029"/>
                </a:lnTo>
                <a:lnTo>
                  <a:pt x="103101" y="61131"/>
                </a:lnTo>
                <a:lnTo>
                  <a:pt x="100906" y="59196"/>
                </a:lnTo>
                <a:lnTo>
                  <a:pt x="98748" y="57261"/>
                </a:lnTo>
                <a:lnTo>
                  <a:pt x="96627" y="55327"/>
                </a:lnTo>
                <a:lnTo>
                  <a:pt x="94543" y="53392"/>
                </a:lnTo>
                <a:lnTo>
                  <a:pt x="92497" y="51420"/>
                </a:lnTo>
                <a:lnTo>
                  <a:pt x="90488" y="49485"/>
                </a:lnTo>
                <a:lnTo>
                  <a:pt x="88516" y="47513"/>
                </a:lnTo>
                <a:lnTo>
                  <a:pt x="86618" y="45541"/>
                </a:lnTo>
                <a:lnTo>
                  <a:pt x="84721" y="43569"/>
                </a:lnTo>
                <a:lnTo>
                  <a:pt x="84088" y="42900"/>
                </a:lnTo>
                <a:lnTo>
                  <a:pt x="84795" y="42155"/>
                </a:lnTo>
                <a:lnTo>
                  <a:pt x="85465" y="41411"/>
                </a:lnTo>
                <a:lnTo>
                  <a:pt x="86135" y="40667"/>
                </a:lnTo>
                <a:lnTo>
                  <a:pt x="86730" y="39849"/>
                </a:lnTo>
                <a:lnTo>
                  <a:pt x="87325" y="38993"/>
                </a:lnTo>
                <a:lnTo>
                  <a:pt x="87921" y="38137"/>
                </a:lnTo>
                <a:lnTo>
                  <a:pt x="88441" y="37244"/>
                </a:lnTo>
                <a:lnTo>
                  <a:pt x="88962" y="36351"/>
                </a:lnTo>
                <a:lnTo>
                  <a:pt x="89446" y="35384"/>
                </a:lnTo>
                <a:lnTo>
                  <a:pt x="89893" y="34416"/>
                </a:lnTo>
                <a:lnTo>
                  <a:pt x="90339" y="33412"/>
                </a:lnTo>
                <a:lnTo>
                  <a:pt x="90711" y="32407"/>
                </a:lnTo>
                <a:lnTo>
                  <a:pt x="91083" y="31365"/>
                </a:lnTo>
                <a:lnTo>
                  <a:pt x="91418" y="30286"/>
                </a:lnTo>
                <a:lnTo>
                  <a:pt x="91716" y="29170"/>
                </a:lnTo>
                <a:lnTo>
                  <a:pt x="91976" y="28054"/>
                </a:lnTo>
                <a:lnTo>
                  <a:pt x="92125" y="27235"/>
                </a:lnTo>
                <a:lnTo>
                  <a:pt x="92274" y="26380"/>
                </a:lnTo>
                <a:lnTo>
                  <a:pt x="92385" y="25524"/>
                </a:lnTo>
                <a:lnTo>
                  <a:pt x="92460" y="24668"/>
                </a:lnTo>
                <a:lnTo>
                  <a:pt x="92497" y="23812"/>
                </a:lnTo>
                <a:lnTo>
                  <a:pt x="92534" y="22919"/>
                </a:lnTo>
                <a:lnTo>
                  <a:pt x="92534" y="22027"/>
                </a:lnTo>
                <a:lnTo>
                  <a:pt x="92497" y="21134"/>
                </a:lnTo>
                <a:lnTo>
                  <a:pt x="92423" y="20203"/>
                </a:lnTo>
                <a:lnTo>
                  <a:pt x="92311" y="19310"/>
                </a:lnTo>
                <a:lnTo>
                  <a:pt x="92199" y="18380"/>
                </a:lnTo>
                <a:lnTo>
                  <a:pt x="92051" y="17450"/>
                </a:lnTo>
                <a:lnTo>
                  <a:pt x="91864" y="16483"/>
                </a:lnTo>
                <a:lnTo>
                  <a:pt x="91678" y="15553"/>
                </a:lnTo>
                <a:lnTo>
                  <a:pt x="91418" y="14585"/>
                </a:lnTo>
                <a:lnTo>
                  <a:pt x="91158" y="13618"/>
                </a:lnTo>
                <a:lnTo>
                  <a:pt x="90637" y="11943"/>
                </a:lnTo>
                <a:lnTo>
                  <a:pt x="90041" y="10269"/>
                </a:lnTo>
                <a:lnTo>
                  <a:pt x="89372" y="8558"/>
                </a:lnTo>
                <a:lnTo>
                  <a:pt x="88590" y="6883"/>
                </a:lnTo>
                <a:lnTo>
                  <a:pt x="87772" y="5172"/>
                </a:lnTo>
                <a:lnTo>
                  <a:pt x="86842" y="3423"/>
                </a:lnTo>
                <a:lnTo>
                  <a:pt x="85837" y="1712"/>
                </a:lnTo>
                <a:lnTo>
                  <a:pt x="84795" y="0"/>
                </a:lnTo>
                <a:lnTo>
                  <a:pt x="84088" y="0"/>
                </a:lnTo>
                <a:lnTo>
                  <a:pt x="85167" y="1749"/>
                </a:lnTo>
                <a:lnTo>
                  <a:pt x="86209" y="3497"/>
                </a:lnTo>
                <a:lnTo>
                  <a:pt x="87139" y="5209"/>
                </a:lnTo>
                <a:lnTo>
                  <a:pt x="87995" y="6958"/>
                </a:lnTo>
                <a:lnTo>
                  <a:pt x="88776" y="8669"/>
                </a:lnTo>
                <a:lnTo>
                  <a:pt x="89446" y="10381"/>
                </a:lnTo>
                <a:lnTo>
                  <a:pt x="90079" y="12092"/>
                </a:lnTo>
                <a:lnTo>
                  <a:pt x="90599" y="13804"/>
                </a:lnTo>
                <a:lnTo>
                  <a:pt x="90860" y="14734"/>
                </a:lnTo>
                <a:lnTo>
                  <a:pt x="91083" y="15664"/>
                </a:lnTo>
                <a:lnTo>
                  <a:pt x="91306" y="16594"/>
                </a:lnTo>
                <a:lnTo>
                  <a:pt x="91455" y="17524"/>
                </a:lnTo>
                <a:lnTo>
                  <a:pt x="91604" y="18455"/>
                </a:lnTo>
                <a:lnTo>
                  <a:pt x="91716" y="19348"/>
                </a:lnTo>
                <a:lnTo>
                  <a:pt x="91827" y="20241"/>
                </a:lnTo>
                <a:lnTo>
                  <a:pt x="91902" y="21134"/>
                </a:lnTo>
                <a:lnTo>
                  <a:pt x="91939" y="22027"/>
                </a:lnTo>
                <a:lnTo>
                  <a:pt x="91939" y="22919"/>
                </a:lnTo>
                <a:lnTo>
                  <a:pt x="91902" y="23775"/>
                </a:lnTo>
                <a:lnTo>
                  <a:pt x="91864" y="24631"/>
                </a:lnTo>
                <a:lnTo>
                  <a:pt x="91790" y="25450"/>
                </a:lnTo>
                <a:lnTo>
                  <a:pt x="91678" y="26305"/>
                </a:lnTo>
                <a:lnTo>
                  <a:pt x="91530" y="27124"/>
                </a:lnTo>
                <a:lnTo>
                  <a:pt x="91381" y="27942"/>
                </a:lnTo>
                <a:lnTo>
                  <a:pt x="91120" y="29021"/>
                </a:lnTo>
                <a:lnTo>
                  <a:pt x="90823" y="30100"/>
                </a:lnTo>
                <a:lnTo>
                  <a:pt x="90525" y="31142"/>
                </a:lnTo>
                <a:lnTo>
                  <a:pt x="90153" y="32184"/>
                </a:lnTo>
                <a:lnTo>
                  <a:pt x="89781" y="33189"/>
                </a:lnTo>
                <a:lnTo>
                  <a:pt x="89372" y="34156"/>
                </a:lnTo>
                <a:lnTo>
                  <a:pt x="88925" y="35123"/>
                </a:lnTo>
                <a:lnTo>
                  <a:pt x="88441" y="36054"/>
                </a:lnTo>
                <a:lnTo>
                  <a:pt x="87958" y="36946"/>
                </a:lnTo>
                <a:lnTo>
                  <a:pt x="87400" y="37802"/>
                </a:lnTo>
                <a:lnTo>
                  <a:pt x="86842" y="38658"/>
                </a:lnTo>
                <a:lnTo>
                  <a:pt x="86283" y="39477"/>
                </a:lnTo>
                <a:lnTo>
                  <a:pt x="85651" y="40258"/>
                </a:lnTo>
                <a:lnTo>
                  <a:pt x="85018" y="41002"/>
                </a:lnTo>
                <a:lnTo>
                  <a:pt x="84349" y="41746"/>
                </a:lnTo>
                <a:lnTo>
                  <a:pt x="83679" y="42453"/>
                </a:lnTo>
                <a:lnTo>
                  <a:pt x="81484" y="40035"/>
                </a:lnTo>
                <a:lnTo>
                  <a:pt x="79363" y="37653"/>
                </a:lnTo>
                <a:lnTo>
                  <a:pt x="77317" y="35235"/>
                </a:lnTo>
                <a:lnTo>
                  <a:pt x="75307" y="32817"/>
                </a:lnTo>
                <a:lnTo>
                  <a:pt x="73373" y="30398"/>
                </a:lnTo>
                <a:lnTo>
                  <a:pt x="71512" y="27980"/>
                </a:lnTo>
                <a:lnTo>
                  <a:pt x="69726" y="25561"/>
                </a:lnTo>
                <a:lnTo>
                  <a:pt x="67978" y="23143"/>
                </a:lnTo>
                <a:lnTo>
                  <a:pt x="66303" y="20687"/>
                </a:lnTo>
                <a:lnTo>
                  <a:pt x="64703" y="18269"/>
                </a:lnTo>
                <a:lnTo>
                  <a:pt x="63178" y="15850"/>
                </a:lnTo>
                <a:lnTo>
                  <a:pt x="61727" y="13395"/>
                </a:lnTo>
                <a:lnTo>
                  <a:pt x="60313" y="10976"/>
                </a:lnTo>
                <a:lnTo>
                  <a:pt x="58973" y="8558"/>
                </a:lnTo>
                <a:lnTo>
                  <a:pt x="57708" y="6102"/>
                </a:lnTo>
                <a:lnTo>
                  <a:pt x="56518" y="3683"/>
                </a:lnTo>
                <a:lnTo>
                  <a:pt x="55662" y="1823"/>
                </a:lnTo>
                <a:lnTo>
                  <a:pt x="54843" y="0"/>
                </a:lnTo>
                <a:lnTo>
                  <a:pt x="54174" y="0"/>
                </a:lnTo>
                <a:lnTo>
                  <a:pt x="55067" y="1935"/>
                </a:lnTo>
                <a:lnTo>
                  <a:pt x="55997" y="3944"/>
                </a:lnTo>
                <a:lnTo>
                  <a:pt x="57188" y="6400"/>
                </a:lnTo>
                <a:lnTo>
                  <a:pt x="58453" y="8818"/>
                </a:lnTo>
                <a:lnTo>
                  <a:pt x="59792" y="11274"/>
                </a:lnTo>
                <a:lnTo>
                  <a:pt x="61206" y="13692"/>
                </a:lnTo>
                <a:lnTo>
                  <a:pt x="62657" y="16148"/>
                </a:lnTo>
                <a:lnTo>
                  <a:pt x="64220" y="18603"/>
                </a:lnTo>
                <a:lnTo>
                  <a:pt x="65820" y="21022"/>
                </a:lnTo>
                <a:lnTo>
                  <a:pt x="67494" y="23478"/>
                </a:lnTo>
                <a:lnTo>
                  <a:pt x="69243" y="25896"/>
                </a:lnTo>
                <a:lnTo>
                  <a:pt x="71029" y="28352"/>
                </a:lnTo>
                <a:lnTo>
                  <a:pt x="72926" y="30770"/>
                </a:lnTo>
                <a:lnTo>
                  <a:pt x="74861" y="33189"/>
                </a:lnTo>
                <a:lnTo>
                  <a:pt x="76833" y="35607"/>
                </a:lnTo>
                <a:lnTo>
                  <a:pt x="78916" y="38026"/>
                </a:lnTo>
                <a:lnTo>
                  <a:pt x="81037" y="40444"/>
                </a:lnTo>
                <a:lnTo>
                  <a:pt x="83232" y="42862"/>
                </a:lnTo>
                <a:lnTo>
                  <a:pt x="82526" y="43495"/>
                </a:lnTo>
                <a:lnTo>
                  <a:pt x="81781" y="44127"/>
                </a:lnTo>
                <a:lnTo>
                  <a:pt x="81000" y="44686"/>
                </a:lnTo>
                <a:lnTo>
                  <a:pt x="80219" y="45244"/>
                </a:lnTo>
                <a:lnTo>
                  <a:pt x="79400" y="45765"/>
                </a:lnTo>
                <a:lnTo>
                  <a:pt x="78544" y="46285"/>
                </a:lnTo>
                <a:lnTo>
                  <a:pt x="77689" y="46732"/>
                </a:lnTo>
                <a:lnTo>
                  <a:pt x="76833" y="47141"/>
                </a:lnTo>
                <a:lnTo>
                  <a:pt x="75903" y="47550"/>
                </a:lnTo>
                <a:lnTo>
                  <a:pt x="75010" y="47885"/>
                </a:lnTo>
                <a:lnTo>
                  <a:pt x="74042" y="48220"/>
                </a:lnTo>
                <a:lnTo>
                  <a:pt x="73112" y="48518"/>
                </a:lnTo>
                <a:lnTo>
                  <a:pt x="72108" y="48741"/>
                </a:lnTo>
                <a:lnTo>
                  <a:pt x="71140" y="48964"/>
                </a:lnTo>
                <a:lnTo>
                  <a:pt x="70098" y="49150"/>
                </a:lnTo>
                <a:lnTo>
                  <a:pt x="69094" y="49299"/>
                </a:lnTo>
                <a:lnTo>
                  <a:pt x="67978" y="49411"/>
                </a:lnTo>
                <a:lnTo>
                  <a:pt x="66899" y="49485"/>
                </a:lnTo>
                <a:lnTo>
                  <a:pt x="65782" y="49522"/>
                </a:lnTo>
                <a:lnTo>
                  <a:pt x="64666" y="49485"/>
                </a:lnTo>
                <a:lnTo>
                  <a:pt x="63513" y="49448"/>
                </a:lnTo>
                <a:lnTo>
                  <a:pt x="62397" y="49374"/>
                </a:lnTo>
                <a:lnTo>
                  <a:pt x="61243" y="49225"/>
                </a:lnTo>
                <a:lnTo>
                  <a:pt x="60052" y="49076"/>
                </a:lnTo>
                <a:lnTo>
                  <a:pt x="58899" y="48890"/>
                </a:lnTo>
                <a:lnTo>
                  <a:pt x="57708" y="48629"/>
                </a:lnTo>
                <a:lnTo>
                  <a:pt x="56518" y="48332"/>
                </a:lnTo>
                <a:lnTo>
                  <a:pt x="55290" y="48034"/>
                </a:lnTo>
                <a:lnTo>
                  <a:pt x="54099" y="47662"/>
                </a:lnTo>
                <a:lnTo>
                  <a:pt x="52872" y="47253"/>
                </a:lnTo>
                <a:lnTo>
                  <a:pt x="51644" y="46844"/>
                </a:lnTo>
                <a:lnTo>
                  <a:pt x="50379" y="46360"/>
                </a:lnTo>
                <a:lnTo>
                  <a:pt x="49039" y="45802"/>
                </a:lnTo>
                <a:lnTo>
                  <a:pt x="47663" y="45169"/>
                </a:lnTo>
                <a:lnTo>
                  <a:pt x="46286" y="44537"/>
                </a:lnTo>
                <a:lnTo>
                  <a:pt x="44909" y="43830"/>
                </a:lnTo>
                <a:lnTo>
                  <a:pt x="43533" y="43086"/>
                </a:lnTo>
                <a:lnTo>
                  <a:pt x="42156" y="42304"/>
                </a:lnTo>
                <a:lnTo>
                  <a:pt x="40779" y="41486"/>
                </a:lnTo>
                <a:lnTo>
                  <a:pt x="39403" y="40630"/>
                </a:lnTo>
                <a:lnTo>
                  <a:pt x="37989" y="39700"/>
                </a:lnTo>
                <a:lnTo>
                  <a:pt x="36612" y="38732"/>
                </a:lnTo>
                <a:lnTo>
                  <a:pt x="35198" y="37765"/>
                </a:lnTo>
                <a:lnTo>
                  <a:pt x="33784" y="36723"/>
                </a:lnTo>
                <a:lnTo>
                  <a:pt x="32408" y="35607"/>
                </a:lnTo>
                <a:lnTo>
                  <a:pt x="30994" y="34491"/>
                </a:lnTo>
                <a:lnTo>
                  <a:pt x="29580" y="33337"/>
                </a:lnTo>
                <a:lnTo>
                  <a:pt x="28203" y="32110"/>
                </a:lnTo>
                <a:lnTo>
                  <a:pt x="26641" y="30733"/>
                </a:lnTo>
                <a:lnTo>
                  <a:pt x="25115" y="29319"/>
                </a:lnTo>
                <a:lnTo>
                  <a:pt x="23590" y="27868"/>
                </a:lnTo>
                <a:lnTo>
                  <a:pt x="22027" y="26343"/>
                </a:lnTo>
                <a:lnTo>
                  <a:pt x="20501" y="24780"/>
                </a:lnTo>
                <a:lnTo>
                  <a:pt x="18976" y="23143"/>
                </a:lnTo>
                <a:lnTo>
                  <a:pt x="17450" y="21506"/>
                </a:lnTo>
                <a:lnTo>
                  <a:pt x="15925" y="19794"/>
                </a:lnTo>
                <a:lnTo>
                  <a:pt x="14399" y="18008"/>
                </a:lnTo>
                <a:lnTo>
                  <a:pt x="12874" y="16222"/>
                </a:lnTo>
                <a:lnTo>
                  <a:pt x="11348" y="14362"/>
                </a:lnTo>
                <a:lnTo>
                  <a:pt x="9823" y="12502"/>
                </a:lnTo>
                <a:lnTo>
                  <a:pt x="8335" y="10530"/>
                </a:lnTo>
                <a:lnTo>
                  <a:pt x="6809" y="8558"/>
                </a:lnTo>
                <a:lnTo>
                  <a:pt x="5321" y="6548"/>
                </a:lnTo>
                <a:lnTo>
                  <a:pt x="3833" y="4465"/>
                </a:lnTo>
                <a:lnTo>
                  <a:pt x="2270" y="2270"/>
                </a:lnTo>
                <a:lnTo>
                  <a:pt x="74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body"/>
          </p:nvPr>
        </p:nvSpPr>
        <p:spPr>
          <a:xfrm>
            <a:off x="228600" y="1647000"/>
            <a:ext cx="4296240" cy="30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212440" y="460440"/>
            <a:ext cx="3702600" cy="413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962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185;p17"/>
          <p:cNvSpPr/>
          <p:nvPr/>
        </p:nvSpPr>
        <p:spPr>
          <a:xfrm>
            <a:off x="4680360" y="3856680"/>
            <a:ext cx="2576160" cy="1302120"/>
          </a:xfrm>
          <a:custGeom>
            <a:avLst/>
            <a:gdLst>
              <a:gd name="textAreaLeft" fmla="*/ 0 w 2576160"/>
              <a:gd name="textAreaRight" fmla="*/ 2576520 w 2576160"/>
              <a:gd name="textAreaTop" fmla="*/ 0 h 1302120"/>
              <a:gd name="textAreaBottom" fmla="*/ 1302480 h 1302120"/>
            </a:gdLst>
            <a:ahLst/>
            <a:rect l="textAreaLeft" t="textAreaTop" r="textAreaRight" b="textAreaBottom"/>
            <a:pathLst>
              <a:path w="80517" h="40705">
                <a:moveTo>
                  <a:pt x="2568" y="1"/>
                </a:moveTo>
                <a:lnTo>
                  <a:pt x="2122" y="75"/>
                </a:lnTo>
                <a:lnTo>
                  <a:pt x="1750" y="149"/>
                </a:lnTo>
                <a:lnTo>
                  <a:pt x="1378" y="261"/>
                </a:lnTo>
                <a:lnTo>
                  <a:pt x="1080" y="447"/>
                </a:lnTo>
                <a:lnTo>
                  <a:pt x="782" y="633"/>
                </a:lnTo>
                <a:lnTo>
                  <a:pt x="559" y="856"/>
                </a:lnTo>
                <a:lnTo>
                  <a:pt x="373" y="1154"/>
                </a:lnTo>
                <a:lnTo>
                  <a:pt x="224" y="1452"/>
                </a:lnTo>
                <a:lnTo>
                  <a:pt x="112" y="1824"/>
                </a:lnTo>
                <a:lnTo>
                  <a:pt x="38" y="2233"/>
                </a:lnTo>
                <a:lnTo>
                  <a:pt x="1" y="2717"/>
                </a:lnTo>
                <a:lnTo>
                  <a:pt x="38" y="3200"/>
                </a:lnTo>
                <a:lnTo>
                  <a:pt x="112" y="3759"/>
                </a:lnTo>
                <a:lnTo>
                  <a:pt x="261" y="4317"/>
                </a:lnTo>
                <a:lnTo>
                  <a:pt x="410" y="4949"/>
                </a:lnTo>
                <a:lnTo>
                  <a:pt x="633" y="5619"/>
                </a:lnTo>
                <a:lnTo>
                  <a:pt x="931" y="6326"/>
                </a:lnTo>
                <a:lnTo>
                  <a:pt x="1229" y="7107"/>
                </a:lnTo>
                <a:lnTo>
                  <a:pt x="1601" y="7888"/>
                </a:lnTo>
                <a:lnTo>
                  <a:pt x="2010" y="8744"/>
                </a:lnTo>
                <a:lnTo>
                  <a:pt x="2977" y="10567"/>
                </a:lnTo>
                <a:lnTo>
                  <a:pt x="4131" y="12539"/>
                </a:lnTo>
                <a:lnTo>
                  <a:pt x="5507" y="14697"/>
                </a:lnTo>
                <a:lnTo>
                  <a:pt x="7033" y="17004"/>
                </a:lnTo>
                <a:lnTo>
                  <a:pt x="8782" y="19497"/>
                </a:lnTo>
                <a:lnTo>
                  <a:pt x="10716" y="22139"/>
                </a:lnTo>
                <a:lnTo>
                  <a:pt x="12800" y="24966"/>
                </a:lnTo>
                <a:lnTo>
                  <a:pt x="15107" y="27980"/>
                </a:lnTo>
                <a:lnTo>
                  <a:pt x="17600" y="31143"/>
                </a:lnTo>
                <a:lnTo>
                  <a:pt x="20279" y="34454"/>
                </a:lnTo>
                <a:lnTo>
                  <a:pt x="22883" y="37617"/>
                </a:lnTo>
                <a:lnTo>
                  <a:pt x="25450" y="40705"/>
                </a:lnTo>
                <a:lnTo>
                  <a:pt x="26232" y="40705"/>
                </a:lnTo>
                <a:lnTo>
                  <a:pt x="23516" y="37431"/>
                </a:lnTo>
                <a:lnTo>
                  <a:pt x="20762" y="34082"/>
                </a:lnTo>
                <a:lnTo>
                  <a:pt x="17525" y="30064"/>
                </a:lnTo>
                <a:lnTo>
                  <a:pt x="14623" y="26343"/>
                </a:lnTo>
                <a:lnTo>
                  <a:pt x="12056" y="22957"/>
                </a:lnTo>
                <a:lnTo>
                  <a:pt x="9786" y="19906"/>
                </a:lnTo>
                <a:lnTo>
                  <a:pt x="7814" y="17116"/>
                </a:lnTo>
                <a:lnTo>
                  <a:pt x="6140" y="14623"/>
                </a:lnTo>
                <a:lnTo>
                  <a:pt x="4726" y="12353"/>
                </a:lnTo>
                <a:lnTo>
                  <a:pt x="3536" y="10381"/>
                </a:lnTo>
                <a:lnTo>
                  <a:pt x="2605" y="8633"/>
                </a:lnTo>
                <a:lnTo>
                  <a:pt x="1861" y="7070"/>
                </a:lnTo>
                <a:lnTo>
                  <a:pt x="1564" y="6400"/>
                </a:lnTo>
                <a:lnTo>
                  <a:pt x="1303" y="5730"/>
                </a:lnTo>
                <a:lnTo>
                  <a:pt x="1080" y="5135"/>
                </a:lnTo>
                <a:lnTo>
                  <a:pt x="931" y="4614"/>
                </a:lnTo>
                <a:lnTo>
                  <a:pt x="782" y="4093"/>
                </a:lnTo>
                <a:lnTo>
                  <a:pt x="708" y="3647"/>
                </a:lnTo>
                <a:lnTo>
                  <a:pt x="633" y="3238"/>
                </a:lnTo>
                <a:lnTo>
                  <a:pt x="596" y="2828"/>
                </a:lnTo>
                <a:lnTo>
                  <a:pt x="596" y="2493"/>
                </a:lnTo>
                <a:lnTo>
                  <a:pt x="633" y="2196"/>
                </a:lnTo>
                <a:lnTo>
                  <a:pt x="708" y="1935"/>
                </a:lnTo>
                <a:lnTo>
                  <a:pt x="782" y="1675"/>
                </a:lnTo>
                <a:lnTo>
                  <a:pt x="894" y="1452"/>
                </a:lnTo>
                <a:lnTo>
                  <a:pt x="1043" y="1228"/>
                </a:lnTo>
                <a:lnTo>
                  <a:pt x="1191" y="1080"/>
                </a:lnTo>
                <a:lnTo>
                  <a:pt x="1415" y="931"/>
                </a:lnTo>
                <a:lnTo>
                  <a:pt x="1675" y="782"/>
                </a:lnTo>
                <a:lnTo>
                  <a:pt x="1936" y="708"/>
                </a:lnTo>
                <a:lnTo>
                  <a:pt x="2233" y="633"/>
                </a:lnTo>
                <a:lnTo>
                  <a:pt x="2605" y="596"/>
                </a:lnTo>
                <a:lnTo>
                  <a:pt x="3201" y="596"/>
                </a:lnTo>
                <a:lnTo>
                  <a:pt x="3647" y="670"/>
                </a:lnTo>
                <a:lnTo>
                  <a:pt x="4577" y="819"/>
                </a:lnTo>
                <a:lnTo>
                  <a:pt x="5694" y="1117"/>
                </a:lnTo>
                <a:lnTo>
                  <a:pt x="6959" y="1526"/>
                </a:lnTo>
                <a:lnTo>
                  <a:pt x="8372" y="2010"/>
                </a:lnTo>
                <a:lnTo>
                  <a:pt x="9898" y="2605"/>
                </a:lnTo>
                <a:lnTo>
                  <a:pt x="11572" y="3312"/>
                </a:lnTo>
                <a:lnTo>
                  <a:pt x="13358" y="4093"/>
                </a:lnTo>
                <a:lnTo>
                  <a:pt x="15256" y="4949"/>
                </a:lnTo>
                <a:lnTo>
                  <a:pt x="17302" y="5917"/>
                </a:lnTo>
                <a:lnTo>
                  <a:pt x="19423" y="6958"/>
                </a:lnTo>
                <a:lnTo>
                  <a:pt x="21693" y="8075"/>
                </a:lnTo>
                <a:lnTo>
                  <a:pt x="26455" y="10530"/>
                </a:lnTo>
                <a:lnTo>
                  <a:pt x="31552" y="13246"/>
                </a:lnTo>
                <a:lnTo>
                  <a:pt x="36947" y="16186"/>
                </a:lnTo>
                <a:lnTo>
                  <a:pt x="42603" y="19311"/>
                </a:lnTo>
                <a:lnTo>
                  <a:pt x="48482" y="22660"/>
                </a:lnTo>
                <a:lnTo>
                  <a:pt x="54509" y="26083"/>
                </a:lnTo>
                <a:lnTo>
                  <a:pt x="60648" y="29655"/>
                </a:lnTo>
                <a:lnTo>
                  <a:pt x="66862" y="33301"/>
                </a:lnTo>
                <a:lnTo>
                  <a:pt x="73113" y="36984"/>
                </a:lnTo>
                <a:lnTo>
                  <a:pt x="79326" y="40705"/>
                </a:lnTo>
                <a:lnTo>
                  <a:pt x="80517" y="40705"/>
                </a:lnTo>
                <a:lnTo>
                  <a:pt x="76387" y="38249"/>
                </a:lnTo>
                <a:lnTo>
                  <a:pt x="68499" y="33561"/>
                </a:lnTo>
                <a:lnTo>
                  <a:pt x="61058" y="29208"/>
                </a:lnTo>
                <a:lnTo>
                  <a:pt x="54063" y="25115"/>
                </a:lnTo>
                <a:lnTo>
                  <a:pt x="47477" y="21357"/>
                </a:lnTo>
                <a:lnTo>
                  <a:pt x="41301" y="17897"/>
                </a:lnTo>
                <a:lnTo>
                  <a:pt x="35608" y="14735"/>
                </a:lnTo>
                <a:lnTo>
                  <a:pt x="30325" y="11870"/>
                </a:lnTo>
                <a:lnTo>
                  <a:pt x="25450" y="9340"/>
                </a:lnTo>
                <a:lnTo>
                  <a:pt x="21060" y="7107"/>
                </a:lnTo>
                <a:lnTo>
                  <a:pt x="17079" y="5172"/>
                </a:lnTo>
                <a:lnTo>
                  <a:pt x="15256" y="4317"/>
                </a:lnTo>
                <a:lnTo>
                  <a:pt x="13581" y="3535"/>
                </a:lnTo>
                <a:lnTo>
                  <a:pt x="11982" y="2828"/>
                </a:lnTo>
                <a:lnTo>
                  <a:pt x="10493" y="2196"/>
                </a:lnTo>
                <a:lnTo>
                  <a:pt x="9117" y="1675"/>
                </a:lnTo>
                <a:lnTo>
                  <a:pt x="7814" y="1191"/>
                </a:lnTo>
                <a:lnTo>
                  <a:pt x="6661" y="819"/>
                </a:lnTo>
                <a:lnTo>
                  <a:pt x="5619" y="484"/>
                </a:lnTo>
                <a:lnTo>
                  <a:pt x="4689" y="261"/>
                </a:lnTo>
                <a:lnTo>
                  <a:pt x="3870" y="112"/>
                </a:lnTo>
                <a:lnTo>
                  <a:pt x="3163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Google Shape;186;p17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6D8726F8-1DD5-4650-92B0-D6F0350314BD}" type="slidenum"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body"/>
          </p:nvPr>
        </p:nvSpPr>
        <p:spPr>
          <a:xfrm>
            <a:off x="228600" y="3133800"/>
            <a:ext cx="2834280" cy="721800"/>
          </a:xfrm>
          <a:prstGeom prst="rect">
            <a:avLst/>
          </a:prstGeom>
          <a:noFill/>
          <a:ln w="0">
            <a:noFill/>
          </a:ln>
        </p:spPr>
        <p:txBody>
          <a:bodyPr lIns="274320" rIns="27432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156480" y="3133800"/>
            <a:ext cx="2834280" cy="721800"/>
          </a:xfrm>
          <a:prstGeom prst="rect">
            <a:avLst/>
          </a:prstGeom>
          <a:noFill/>
          <a:ln w="0">
            <a:noFill/>
          </a:ln>
        </p:spPr>
        <p:txBody>
          <a:bodyPr lIns="274320" rIns="27432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84720" y="3133800"/>
            <a:ext cx="2834280" cy="721800"/>
          </a:xfrm>
          <a:prstGeom prst="rect">
            <a:avLst/>
          </a:prstGeom>
          <a:noFill/>
          <a:ln w="0">
            <a:noFill/>
          </a:ln>
        </p:spPr>
        <p:txBody>
          <a:bodyPr lIns="274320" rIns="27432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06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96;p18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B29986C1-E067-470C-A465-145DA682A9E2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199;p19" descr=""/>
          <p:cNvPicPr/>
          <p:nvPr/>
        </p:nvPicPr>
        <p:blipFill>
          <a:blip r:embed="rId2"/>
          <a:srcRect l="535" t="71884" r="13406" b="0"/>
          <a:stretch/>
        </p:blipFill>
        <p:spPr>
          <a:xfrm>
            <a:off x="4561560" y="0"/>
            <a:ext cx="4582080" cy="1496160"/>
          </a:xfrm>
          <a:prstGeom prst="rect">
            <a:avLst/>
          </a:prstGeom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body"/>
          </p:nvPr>
        </p:nvSpPr>
        <p:spPr>
          <a:xfrm>
            <a:off x="3154680" y="3337920"/>
            <a:ext cx="2834280" cy="707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228600" y="3337920"/>
            <a:ext cx="2834280" cy="707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080760" y="3337920"/>
            <a:ext cx="2834280" cy="707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title"/>
          </p:nvPr>
        </p:nvSpPr>
        <p:spPr>
          <a:xfrm>
            <a:off x="1877040" y="1578600"/>
            <a:ext cx="300276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title"/>
          </p:nvPr>
        </p:nvSpPr>
        <p:spPr>
          <a:xfrm>
            <a:off x="1877040" y="1944360"/>
            <a:ext cx="359820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09240" y="1425600"/>
            <a:ext cx="1409400" cy="140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Google Shape;206;p19" descr=""/>
          <p:cNvPicPr/>
          <p:nvPr/>
        </p:nvPicPr>
        <p:blipFill>
          <a:blip r:embed="rId3"/>
          <a:srcRect l="0" t="49685" r="49118" b="0"/>
          <a:stretch/>
        </p:blipFill>
        <p:spPr>
          <a:xfrm>
            <a:off x="7392240" y="0"/>
            <a:ext cx="1751400" cy="1731960"/>
          </a:xfrm>
          <a:prstGeom prst="rect">
            <a:avLst/>
          </a:prstGeom>
          <a:ln w="0">
            <a:noFill/>
          </a:ln>
        </p:spPr>
      </p:pic>
      <p:sp>
        <p:nvSpPr>
          <p:cNvPr id="70" name="PlaceHolder 7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6036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208;p19"/>
          <p:cNvSpPr/>
          <p:nvPr/>
        </p:nvSpPr>
        <p:spPr>
          <a:xfrm>
            <a:off x="7302240" y="0"/>
            <a:ext cx="1841400" cy="1572120"/>
          </a:xfrm>
          <a:custGeom>
            <a:avLst/>
            <a:gdLst>
              <a:gd name="textAreaLeft" fmla="*/ 0 w 1841400"/>
              <a:gd name="textAreaRight" fmla="*/ 1841760 w 1841400"/>
              <a:gd name="textAreaTop" fmla="*/ 0 h 1572120"/>
              <a:gd name="textAreaBottom" fmla="*/ 1572480 h 1572120"/>
            </a:gdLst>
            <a:ahLst/>
            <a:rect l="textAreaLeft" t="textAreaTop" r="textAreaRight" b="textAreaBottom"/>
            <a:pathLst>
              <a:path w="65894" h="56257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209;p19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C7BAA97-8DCA-414C-838C-26DF6BDBA88F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212;p20" descr=""/>
          <p:cNvPicPr/>
          <p:nvPr/>
        </p:nvPicPr>
        <p:blipFill>
          <a:blip r:embed="rId2"/>
          <a:srcRect l="535" t="71884" r="33360" b="0"/>
          <a:stretch/>
        </p:blipFill>
        <p:spPr>
          <a:xfrm>
            <a:off x="5624280" y="0"/>
            <a:ext cx="3519360" cy="1496160"/>
          </a:xfrm>
          <a:prstGeom prst="rect">
            <a:avLst/>
          </a:prstGeom>
          <a:ln w="0">
            <a:noFill/>
          </a:ln>
        </p:spPr>
      </p:pic>
      <p:sp>
        <p:nvSpPr>
          <p:cNvPr id="74" name="PlaceHolder 1"/>
          <p:cNvSpPr>
            <a:spLocks noGrp="1"/>
          </p:cNvSpPr>
          <p:nvPr>
            <p:ph type="body"/>
          </p:nvPr>
        </p:nvSpPr>
        <p:spPr>
          <a:xfrm>
            <a:off x="1238400" y="1312200"/>
            <a:ext cx="1203840" cy="1120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2459160" y="1312200"/>
            <a:ext cx="1203840" cy="1120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3832920" y="1312200"/>
            <a:ext cx="1203840" cy="1120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5053680" y="1312200"/>
            <a:ext cx="1203840" cy="1120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427800" y="1312200"/>
            <a:ext cx="1203840" cy="1120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body"/>
          </p:nvPr>
        </p:nvSpPr>
        <p:spPr>
          <a:xfrm>
            <a:off x="7648560" y="1312200"/>
            <a:ext cx="1203840" cy="1120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 type="body"/>
          </p:nvPr>
        </p:nvSpPr>
        <p:spPr>
          <a:xfrm>
            <a:off x="6399360" y="3502800"/>
            <a:ext cx="2463480" cy="57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8"/>
          <p:cNvSpPr>
            <a:spLocks noGrp="1"/>
          </p:cNvSpPr>
          <p:nvPr>
            <p:ph type="body"/>
          </p:nvPr>
        </p:nvSpPr>
        <p:spPr>
          <a:xfrm>
            <a:off x="6399360" y="2815920"/>
            <a:ext cx="2463480" cy="57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9"/>
          <p:cNvSpPr>
            <a:spLocks noGrp="1"/>
          </p:cNvSpPr>
          <p:nvPr>
            <p:ph type="body"/>
          </p:nvPr>
        </p:nvSpPr>
        <p:spPr>
          <a:xfrm>
            <a:off x="3832920" y="4189680"/>
            <a:ext cx="2463480" cy="57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10"/>
          <p:cNvSpPr>
            <a:spLocks noGrp="1"/>
          </p:cNvSpPr>
          <p:nvPr>
            <p:ph type="body"/>
          </p:nvPr>
        </p:nvSpPr>
        <p:spPr>
          <a:xfrm>
            <a:off x="3832920" y="3502800"/>
            <a:ext cx="2463480" cy="57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11"/>
          <p:cNvSpPr>
            <a:spLocks noGrp="1"/>
          </p:cNvSpPr>
          <p:nvPr>
            <p:ph type="body"/>
          </p:nvPr>
        </p:nvSpPr>
        <p:spPr>
          <a:xfrm>
            <a:off x="3832920" y="2815920"/>
            <a:ext cx="2463480" cy="57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12"/>
          <p:cNvSpPr>
            <a:spLocks noGrp="1"/>
          </p:cNvSpPr>
          <p:nvPr>
            <p:ph type="body"/>
          </p:nvPr>
        </p:nvSpPr>
        <p:spPr>
          <a:xfrm>
            <a:off x="1238400" y="4189680"/>
            <a:ext cx="2463480" cy="57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13"/>
          <p:cNvSpPr>
            <a:spLocks noGrp="1"/>
          </p:cNvSpPr>
          <p:nvPr>
            <p:ph type="body"/>
          </p:nvPr>
        </p:nvSpPr>
        <p:spPr>
          <a:xfrm>
            <a:off x="1238400" y="3502800"/>
            <a:ext cx="2463480" cy="57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14"/>
          <p:cNvSpPr>
            <a:spLocks noGrp="1"/>
          </p:cNvSpPr>
          <p:nvPr>
            <p:ph type="body"/>
          </p:nvPr>
        </p:nvSpPr>
        <p:spPr>
          <a:xfrm>
            <a:off x="1238400" y="2815920"/>
            <a:ext cx="2463480" cy="57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15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06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16"/>
          <p:cNvSpPr>
            <a:spLocks noGrp="1"/>
          </p:cNvSpPr>
          <p:nvPr>
            <p:ph type="title"/>
          </p:nvPr>
        </p:nvSpPr>
        <p:spPr>
          <a:xfrm>
            <a:off x="228600" y="2817360"/>
            <a:ext cx="10094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17"/>
          <p:cNvSpPr>
            <a:spLocks noGrp="1"/>
          </p:cNvSpPr>
          <p:nvPr>
            <p:ph type="title"/>
          </p:nvPr>
        </p:nvSpPr>
        <p:spPr>
          <a:xfrm>
            <a:off x="228600" y="1887480"/>
            <a:ext cx="10094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18"/>
          <p:cNvSpPr>
            <a:spLocks noGrp="1"/>
          </p:cNvSpPr>
          <p:nvPr>
            <p:ph type="title"/>
          </p:nvPr>
        </p:nvSpPr>
        <p:spPr>
          <a:xfrm>
            <a:off x="228600" y="1312200"/>
            <a:ext cx="10094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19"/>
          <p:cNvSpPr>
            <a:spLocks noGrp="1"/>
          </p:cNvSpPr>
          <p:nvPr>
            <p:ph type="title"/>
          </p:nvPr>
        </p:nvSpPr>
        <p:spPr>
          <a:xfrm>
            <a:off x="228600" y="924480"/>
            <a:ext cx="10094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0"/>
          <p:cNvSpPr>
            <a:spLocks noGrp="1"/>
          </p:cNvSpPr>
          <p:nvPr>
            <p:ph type="title"/>
          </p:nvPr>
        </p:nvSpPr>
        <p:spPr>
          <a:xfrm>
            <a:off x="228600" y="3509280"/>
            <a:ext cx="10094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1"/>
          <p:cNvSpPr>
            <a:spLocks noGrp="1"/>
          </p:cNvSpPr>
          <p:nvPr>
            <p:ph type="title"/>
          </p:nvPr>
        </p:nvSpPr>
        <p:spPr>
          <a:xfrm>
            <a:off x="228600" y="4189680"/>
            <a:ext cx="10094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2"/>
          <p:cNvSpPr>
            <a:spLocks noGrp="1"/>
          </p:cNvSpPr>
          <p:nvPr>
            <p:ph type="body"/>
          </p:nvPr>
        </p:nvSpPr>
        <p:spPr>
          <a:xfrm>
            <a:off x="6399360" y="4189680"/>
            <a:ext cx="2463480" cy="57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6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238;p20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8FA85DD5-FCFB-41D2-9322-D3A5B54FA814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body"/>
          </p:nvPr>
        </p:nvSpPr>
        <p:spPr>
          <a:xfrm>
            <a:off x="6014160" y="1661760"/>
            <a:ext cx="2148480" cy="766080"/>
          </a:xfrm>
          <a:prstGeom prst="rect">
            <a:avLst/>
          </a:prstGeom>
          <a:noFill/>
          <a:ln w="0">
            <a:noFill/>
          </a:ln>
        </p:spPr>
        <p:txBody>
          <a:bodyPr lIns="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2316960" y="1661760"/>
            <a:ext cx="2148480" cy="766080"/>
          </a:xfrm>
          <a:prstGeom prst="rect">
            <a:avLst/>
          </a:prstGeom>
          <a:noFill/>
          <a:ln w="0">
            <a:noFill/>
          </a:ln>
        </p:spPr>
        <p:txBody>
          <a:bodyPr lIns="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Google Shape;21;p3"/>
          <p:cNvSpPr/>
          <p:nvPr/>
        </p:nvSpPr>
        <p:spPr>
          <a:xfrm>
            <a:off x="-3600" y="1985400"/>
            <a:ext cx="3735720" cy="3157560"/>
          </a:xfrm>
          <a:custGeom>
            <a:avLst/>
            <a:gdLst>
              <a:gd name="textAreaLeft" fmla="*/ 0 w 3735720"/>
              <a:gd name="textAreaRight" fmla="*/ 3736080 w 3735720"/>
              <a:gd name="textAreaTop" fmla="*/ 0 h 3157560"/>
              <a:gd name="textAreaBottom" fmla="*/ 3157920 h 3157560"/>
            </a:gdLst>
            <a:ahLst/>
            <a:rect l="textAreaLeft" t="textAreaTop" r="textAreaRight" b="textAreaBottom"/>
            <a:pathLst>
              <a:path w="247921" h="20955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06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23;p3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14616BF3-8FF2-419C-B26D-212073467A25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988560" y="2967480"/>
            <a:ext cx="1263960" cy="12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2316960" y="3459240"/>
            <a:ext cx="2148480" cy="766080"/>
          </a:xfrm>
          <a:prstGeom prst="rect">
            <a:avLst/>
          </a:prstGeom>
          <a:noFill/>
          <a:ln w="0">
            <a:noFill/>
          </a:ln>
        </p:spPr>
        <p:txBody>
          <a:bodyPr lIns="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6"/>
          <p:cNvSpPr>
            <a:spLocks noGrp="1"/>
          </p:cNvSpPr>
          <p:nvPr>
            <p:ph type="body"/>
          </p:nvPr>
        </p:nvSpPr>
        <p:spPr>
          <a:xfrm>
            <a:off x="4685400" y="1170000"/>
            <a:ext cx="1263960" cy="12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7"/>
          <p:cNvSpPr>
            <a:spLocks noGrp="1"/>
          </p:cNvSpPr>
          <p:nvPr>
            <p:ph type="body"/>
          </p:nvPr>
        </p:nvSpPr>
        <p:spPr>
          <a:xfrm>
            <a:off x="4685400" y="2967480"/>
            <a:ext cx="1263960" cy="12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8"/>
          <p:cNvSpPr>
            <a:spLocks noGrp="1"/>
          </p:cNvSpPr>
          <p:nvPr>
            <p:ph type="body"/>
          </p:nvPr>
        </p:nvSpPr>
        <p:spPr>
          <a:xfrm>
            <a:off x="6014160" y="3459240"/>
            <a:ext cx="2148480" cy="766080"/>
          </a:xfrm>
          <a:prstGeom prst="rect">
            <a:avLst/>
          </a:prstGeom>
          <a:noFill/>
          <a:ln w="0">
            <a:noFill/>
          </a:ln>
        </p:spPr>
        <p:txBody>
          <a:bodyPr lIns="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9"/>
          <p:cNvSpPr>
            <a:spLocks noGrp="1"/>
          </p:cNvSpPr>
          <p:nvPr>
            <p:ph type="body"/>
          </p:nvPr>
        </p:nvSpPr>
        <p:spPr>
          <a:xfrm>
            <a:off x="988560" y="1170000"/>
            <a:ext cx="1263960" cy="125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241;p21" descr=""/>
          <p:cNvPicPr/>
          <p:nvPr/>
        </p:nvPicPr>
        <p:blipFill>
          <a:blip r:embed="rId2"/>
          <a:srcRect l="535" t="71884" r="33360" b="0"/>
          <a:stretch/>
        </p:blipFill>
        <p:spPr>
          <a:xfrm>
            <a:off x="5624280" y="0"/>
            <a:ext cx="3519360" cy="1496160"/>
          </a:xfrm>
          <a:prstGeom prst="rect">
            <a:avLst/>
          </a:prstGeom>
          <a:ln w="0">
            <a:noFill/>
          </a:ln>
        </p:spPr>
      </p:pic>
      <p:sp>
        <p:nvSpPr>
          <p:cNvPr id="109" name="PlaceHolder 1"/>
          <p:cNvSpPr>
            <a:spLocks noGrp="1"/>
          </p:cNvSpPr>
          <p:nvPr>
            <p:ph type="body"/>
          </p:nvPr>
        </p:nvSpPr>
        <p:spPr>
          <a:xfrm>
            <a:off x="6080760" y="2545200"/>
            <a:ext cx="2834280" cy="77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title"/>
          </p:nvPr>
        </p:nvSpPr>
        <p:spPr>
          <a:xfrm>
            <a:off x="6080760" y="2228040"/>
            <a:ext cx="283428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080760" y="3561480"/>
            <a:ext cx="2834280" cy="77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title"/>
          </p:nvPr>
        </p:nvSpPr>
        <p:spPr>
          <a:xfrm>
            <a:off x="6080760" y="3244320"/>
            <a:ext cx="283428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/>
          </p:nvPr>
        </p:nvSpPr>
        <p:spPr>
          <a:xfrm>
            <a:off x="3154680" y="3026520"/>
            <a:ext cx="2834280" cy="77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body"/>
          </p:nvPr>
        </p:nvSpPr>
        <p:spPr>
          <a:xfrm>
            <a:off x="309240" y="952920"/>
            <a:ext cx="2753640" cy="163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2222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7"/>
          <p:cNvSpPr>
            <a:spLocks noGrp="1"/>
          </p:cNvSpPr>
          <p:nvPr>
            <p:ph type="title"/>
          </p:nvPr>
        </p:nvSpPr>
        <p:spPr>
          <a:xfrm>
            <a:off x="3154680" y="2709360"/>
            <a:ext cx="283428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8"/>
          <p:cNvSpPr>
            <a:spLocks noGrp="1"/>
          </p:cNvSpPr>
          <p:nvPr>
            <p:ph type="title"/>
          </p:nvPr>
        </p:nvSpPr>
        <p:spPr>
          <a:xfrm>
            <a:off x="3154680" y="857880"/>
            <a:ext cx="283428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9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6036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oogle Shape;251;p21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11F27AB6-94FA-4EB3-AA6A-9A55CECE4E9E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PlaceHolder 10"/>
          <p:cNvSpPr>
            <a:spLocks noGrp="1"/>
          </p:cNvSpPr>
          <p:nvPr>
            <p:ph type="title"/>
          </p:nvPr>
        </p:nvSpPr>
        <p:spPr>
          <a:xfrm>
            <a:off x="6080760" y="857880"/>
            <a:ext cx="283428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255;p22" descr=""/>
          <p:cNvPicPr/>
          <p:nvPr/>
        </p:nvPicPr>
        <p:blipFill>
          <a:blip r:embed="rId2"/>
          <a:srcRect l="535" t="71884" r="33360" b="0"/>
          <a:stretch/>
        </p:blipFill>
        <p:spPr>
          <a:xfrm>
            <a:off x="5624280" y="0"/>
            <a:ext cx="3519360" cy="1496160"/>
          </a:xfrm>
          <a:prstGeom prst="rect">
            <a:avLst/>
          </a:prstGeom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body"/>
          </p:nvPr>
        </p:nvSpPr>
        <p:spPr>
          <a:xfrm>
            <a:off x="3154680" y="1167120"/>
            <a:ext cx="2834280" cy="77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228600" y="1167120"/>
            <a:ext cx="2834280" cy="77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title"/>
          </p:nvPr>
        </p:nvSpPr>
        <p:spPr>
          <a:xfrm>
            <a:off x="1843560" y="2984400"/>
            <a:ext cx="1219320" cy="12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title"/>
          </p:nvPr>
        </p:nvSpPr>
        <p:spPr>
          <a:xfrm>
            <a:off x="3154680" y="1955520"/>
            <a:ext cx="283428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title"/>
          </p:nvPr>
        </p:nvSpPr>
        <p:spPr>
          <a:xfrm>
            <a:off x="3154680" y="849960"/>
            <a:ext cx="283428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 type="title"/>
          </p:nvPr>
        </p:nvSpPr>
        <p:spPr>
          <a:xfrm>
            <a:off x="228600" y="849960"/>
            <a:ext cx="283428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 type="title"/>
          </p:nvPr>
        </p:nvSpPr>
        <p:spPr>
          <a:xfrm>
            <a:off x="6080760" y="849960"/>
            <a:ext cx="283428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263;p22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A6B4A84-D389-4A5F-BAF6-65DB64708095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8"/>
          <p:cNvSpPr>
            <a:spLocks noGrp="1"/>
          </p:cNvSpPr>
          <p:nvPr>
            <p:ph type="title"/>
          </p:nvPr>
        </p:nvSpPr>
        <p:spPr>
          <a:xfrm>
            <a:off x="6080760" y="2600280"/>
            <a:ext cx="283428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9"/>
          <p:cNvSpPr>
            <a:spLocks noGrp="1"/>
          </p:cNvSpPr>
          <p:nvPr>
            <p:ph type="title"/>
          </p:nvPr>
        </p:nvSpPr>
        <p:spPr>
          <a:xfrm>
            <a:off x="228600" y="1955520"/>
            <a:ext cx="283428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10"/>
          <p:cNvSpPr>
            <a:spLocks noGrp="1"/>
          </p:cNvSpPr>
          <p:nvPr>
            <p:ph type="title"/>
          </p:nvPr>
        </p:nvSpPr>
        <p:spPr>
          <a:xfrm>
            <a:off x="3154680" y="3394080"/>
            <a:ext cx="283428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11"/>
          <p:cNvSpPr>
            <a:spLocks noGrp="1"/>
          </p:cNvSpPr>
          <p:nvPr>
            <p:ph type="title"/>
          </p:nvPr>
        </p:nvSpPr>
        <p:spPr>
          <a:xfrm>
            <a:off x="228600" y="3394080"/>
            <a:ext cx="283428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12"/>
          <p:cNvSpPr>
            <a:spLocks noGrp="1"/>
          </p:cNvSpPr>
          <p:nvPr>
            <p:ph type="title"/>
          </p:nvPr>
        </p:nvSpPr>
        <p:spPr>
          <a:xfrm>
            <a:off x="6080760" y="1257840"/>
            <a:ext cx="1311480" cy="15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13"/>
          <p:cNvSpPr>
            <a:spLocks noGrp="1"/>
          </p:cNvSpPr>
          <p:nvPr>
            <p:ph type="title"/>
          </p:nvPr>
        </p:nvSpPr>
        <p:spPr>
          <a:xfrm>
            <a:off x="6080760" y="1510920"/>
            <a:ext cx="1311480" cy="15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14"/>
          <p:cNvSpPr>
            <a:spLocks noGrp="1"/>
          </p:cNvSpPr>
          <p:nvPr>
            <p:ph type="title"/>
          </p:nvPr>
        </p:nvSpPr>
        <p:spPr>
          <a:xfrm>
            <a:off x="6080760" y="1763640"/>
            <a:ext cx="1311480" cy="15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15"/>
          <p:cNvSpPr>
            <a:spLocks noGrp="1"/>
          </p:cNvSpPr>
          <p:nvPr>
            <p:ph type="title"/>
          </p:nvPr>
        </p:nvSpPr>
        <p:spPr>
          <a:xfrm>
            <a:off x="6080760" y="2016720"/>
            <a:ext cx="1311480" cy="15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16"/>
          <p:cNvSpPr>
            <a:spLocks noGrp="1"/>
          </p:cNvSpPr>
          <p:nvPr>
            <p:ph type="title"/>
          </p:nvPr>
        </p:nvSpPr>
        <p:spPr>
          <a:xfrm>
            <a:off x="6080760" y="2269800"/>
            <a:ext cx="1311480" cy="15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17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6036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18"/>
          <p:cNvSpPr>
            <a:spLocks noGrp="1"/>
          </p:cNvSpPr>
          <p:nvPr>
            <p:ph type="title"/>
          </p:nvPr>
        </p:nvSpPr>
        <p:spPr>
          <a:xfrm>
            <a:off x="228600" y="2347920"/>
            <a:ext cx="1219320" cy="12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19"/>
          <p:cNvSpPr>
            <a:spLocks noGrp="1"/>
          </p:cNvSpPr>
          <p:nvPr>
            <p:ph type="title"/>
          </p:nvPr>
        </p:nvSpPr>
        <p:spPr>
          <a:xfrm>
            <a:off x="1843560" y="2347920"/>
            <a:ext cx="1219320" cy="12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0"/>
          <p:cNvSpPr>
            <a:spLocks noGrp="1"/>
          </p:cNvSpPr>
          <p:nvPr>
            <p:ph type="title"/>
          </p:nvPr>
        </p:nvSpPr>
        <p:spPr>
          <a:xfrm>
            <a:off x="228600" y="2666160"/>
            <a:ext cx="1219320" cy="12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1"/>
          <p:cNvSpPr>
            <a:spLocks noGrp="1"/>
          </p:cNvSpPr>
          <p:nvPr>
            <p:ph type="title"/>
          </p:nvPr>
        </p:nvSpPr>
        <p:spPr>
          <a:xfrm>
            <a:off x="1843560" y="2666160"/>
            <a:ext cx="1219320" cy="12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2"/>
          <p:cNvSpPr>
            <a:spLocks noGrp="1"/>
          </p:cNvSpPr>
          <p:nvPr>
            <p:ph type="title"/>
          </p:nvPr>
        </p:nvSpPr>
        <p:spPr>
          <a:xfrm>
            <a:off x="228600" y="2984400"/>
            <a:ext cx="1219320" cy="12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3"/>
          <p:cNvSpPr>
            <a:spLocks noGrp="1"/>
          </p:cNvSpPr>
          <p:nvPr>
            <p:ph type="title"/>
          </p:nvPr>
        </p:nvSpPr>
        <p:spPr>
          <a:xfrm>
            <a:off x="3154680" y="2347920"/>
            <a:ext cx="1219320" cy="12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4"/>
          <p:cNvSpPr>
            <a:spLocks noGrp="1"/>
          </p:cNvSpPr>
          <p:nvPr>
            <p:ph type="title"/>
          </p:nvPr>
        </p:nvSpPr>
        <p:spPr>
          <a:xfrm>
            <a:off x="3154680" y="2666160"/>
            <a:ext cx="1219320" cy="12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5"/>
          <p:cNvSpPr>
            <a:spLocks noGrp="1"/>
          </p:cNvSpPr>
          <p:nvPr>
            <p:ph type="title"/>
          </p:nvPr>
        </p:nvSpPr>
        <p:spPr>
          <a:xfrm>
            <a:off x="3154680" y="2984400"/>
            <a:ext cx="1219320" cy="12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288;p23" descr=""/>
          <p:cNvPicPr/>
          <p:nvPr/>
        </p:nvPicPr>
        <p:blipFill>
          <a:blip r:embed="rId2"/>
          <a:srcRect l="535" t="71884" r="33360" b="0"/>
          <a:stretch/>
        </p:blipFill>
        <p:spPr>
          <a:xfrm>
            <a:off x="5624280" y="0"/>
            <a:ext cx="3519360" cy="1496160"/>
          </a:xfrm>
          <a:prstGeom prst="rect">
            <a:avLst/>
          </a:prstGeom>
          <a:ln w="0">
            <a:noFill/>
          </a:ln>
        </p:spPr>
      </p:pic>
      <p:sp>
        <p:nvSpPr>
          <p:cNvPr id="148" name="PlaceHolder 1"/>
          <p:cNvSpPr>
            <a:spLocks noGrp="1"/>
          </p:cNvSpPr>
          <p:nvPr>
            <p:ph type="body"/>
          </p:nvPr>
        </p:nvSpPr>
        <p:spPr>
          <a:xfrm>
            <a:off x="228600" y="2266920"/>
            <a:ext cx="2038680" cy="72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06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2423880" y="2266920"/>
            <a:ext cx="2038680" cy="72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4618800" y="2266920"/>
            <a:ext cx="2038680" cy="72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814080" y="2266920"/>
            <a:ext cx="2038680" cy="72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Google Shape;294;p23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E7650865-051C-4685-9267-B13558F57319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297;p24" descr=""/>
          <p:cNvPicPr/>
          <p:nvPr/>
        </p:nvPicPr>
        <p:blipFill>
          <a:blip r:embed="rId2"/>
          <a:srcRect l="535" t="71884" r="33360" b="0"/>
          <a:stretch/>
        </p:blipFill>
        <p:spPr>
          <a:xfrm>
            <a:off x="5624280" y="0"/>
            <a:ext cx="3519360" cy="1496160"/>
          </a:xfrm>
          <a:prstGeom prst="rect">
            <a:avLst/>
          </a:prstGeom>
          <a:ln w="0">
            <a:noFill/>
          </a:ln>
        </p:spPr>
      </p:pic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06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title"/>
          </p:nvPr>
        </p:nvSpPr>
        <p:spPr>
          <a:xfrm>
            <a:off x="2040840" y="2971800"/>
            <a:ext cx="275796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title"/>
          </p:nvPr>
        </p:nvSpPr>
        <p:spPr>
          <a:xfrm>
            <a:off x="4905000" y="3259080"/>
            <a:ext cx="162252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title"/>
          </p:nvPr>
        </p:nvSpPr>
        <p:spPr>
          <a:xfrm>
            <a:off x="6589440" y="3591360"/>
            <a:ext cx="162252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 type="title"/>
          </p:nvPr>
        </p:nvSpPr>
        <p:spPr>
          <a:xfrm>
            <a:off x="228600" y="2642400"/>
            <a:ext cx="162252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6"/>
          <p:cNvSpPr>
            <a:spLocks noGrp="1"/>
          </p:cNvSpPr>
          <p:nvPr>
            <p:ph type="title"/>
          </p:nvPr>
        </p:nvSpPr>
        <p:spPr>
          <a:xfrm>
            <a:off x="228600" y="1712160"/>
            <a:ext cx="76284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7"/>
          <p:cNvSpPr>
            <a:spLocks noGrp="1"/>
          </p:cNvSpPr>
          <p:nvPr>
            <p:ph type="title"/>
          </p:nvPr>
        </p:nvSpPr>
        <p:spPr>
          <a:xfrm>
            <a:off x="1532880" y="1712160"/>
            <a:ext cx="76284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8"/>
          <p:cNvSpPr>
            <a:spLocks noGrp="1"/>
          </p:cNvSpPr>
          <p:nvPr>
            <p:ph type="title"/>
          </p:nvPr>
        </p:nvSpPr>
        <p:spPr>
          <a:xfrm>
            <a:off x="2837520" y="1712160"/>
            <a:ext cx="76284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9"/>
          <p:cNvSpPr>
            <a:spLocks noGrp="1"/>
          </p:cNvSpPr>
          <p:nvPr>
            <p:ph type="title"/>
          </p:nvPr>
        </p:nvSpPr>
        <p:spPr>
          <a:xfrm>
            <a:off x="4141800" y="1712160"/>
            <a:ext cx="76284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10"/>
          <p:cNvSpPr>
            <a:spLocks noGrp="1"/>
          </p:cNvSpPr>
          <p:nvPr>
            <p:ph type="title"/>
          </p:nvPr>
        </p:nvSpPr>
        <p:spPr>
          <a:xfrm>
            <a:off x="5446440" y="1712160"/>
            <a:ext cx="76284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11"/>
          <p:cNvSpPr>
            <a:spLocks noGrp="1"/>
          </p:cNvSpPr>
          <p:nvPr>
            <p:ph type="title"/>
          </p:nvPr>
        </p:nvSpPr>
        <p:spPr>
          <a:xfrm>
            <a:off x="6750720" y="1712160"/>
            <a:ext cx="76284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12"/>
          <p:cNvSpPr>
            <a:spLocks noGrp="1"/>
          </p:cNvSpPr>
          <p:nvPr>
            <p:ph type="title"/>
          </p:nvPr>
        </p:nvSpPr>
        <p:spPr>
          <a:xfrm>
            <a:off x="8055000" y="1712160"/>
            <a:ext cx="76284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t">
            <a:noAutofit/>
          </a:bodyPr>
          <a:p>
            <a:pPr indent="0">
              <a:buNone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Google Shape;310;p24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27274CDD-DC09-430E-AF75-34C7333AAF25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PlaceHolder 1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318;p25" descr=""/>
          <p:cNvPicPr/>
          <p:nvPr/>
        </p:nvPicPr>
        <p:blipFill>
          <a:blip r:embed="rId2"/>
          <a:srcRect l="0" t="70454" r="33895" b="0"/>
          <a:stretch/>
        </p:blipFill>
        <p:spPr>
          <a:xfrm>
            <a:off x="5624280" y="0"/>
            <a:ext cx="3519360" cy="1572480"/>
          </a:xfrm>
          <a:prstGeom prst="rect">
            <a:avLst/>
          </a:prstGeom>
          <a:ln w="0">
            <a:noFill/>
          </a:ln>
        </p:spPr>
      </p:pic>
      <p:sp>
        <p:nvSpPr>
          <p:cNvPr id="170" name="PlaceHolder 1"/>
          <p:cNvSpPr>
            <a:spLocks noGrp="1"/>
          </p:cNvSpPr>
          <p:nvPr>
            <p:ph type="body"/>
          </p:nvPr>
        </p:nvSpPr>
        <p:spPr>
          <a:xfrm>
            <a:off x="1971360" y="3030120"/>
            <a:ext cx="1715040" cy="1144800"/>
          </a:xfrm>
          <a:prstGeom prst="rect">
            <a:avLst/>
          </a:prstGeom>
          <a:noFill/>
          <a:ln w="0">
            <a:noFill/>
          </a:ln>
        </p:spPr>
        <p:txBody>
          <a:bodyPr lIns="91440" rIns="182880" tIns="18288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3714120" y="3030120"/>
            <a:ext cx="1715040" cy="1144800"/>
          </a:xfrm>
          <a:prstGeom prst="rect">
            <a:avLst/>
          </a:prstGeom>
          <a:noFill/>
          <a:ln w="0">
            <a:noFill/>
          </a:ln>
        </p:spPr>
        <p:txBody>
          <a:bodyPr lIns="91440" rIns="182880" tIns="18288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body"/>
          </p:nvPr>
        </p:nvSpPr>
        <p:spPr>
          <a:xfrm>
            <a:off x="5456880" y="3030120"/>
            <a:ext cx="1715040" cy="1144800"/>
          </a:xfrm>
          <a:prstGeom prst="rect">
            <a:avLst/>
          </a:prstGeom>
          <a:noFill/>
          <a:ln w="0">
            <a:noFill/>
          </a:ln>
        </p:spPr>
        <p:txBody>
          <a:bodyPr lIns="91440" rIns="182880" tIns="18288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body"/>
          </p:nvPr>
        </p:nvSpPr>
        <p:spPr>
          <a:xfrm>
            <a:off x="228600" y="3030120"/>
            <a:ext cx="1715040" cy="1144800"/>
          </a:xfrm>
          <a:prstGeom prst="rect">
            <a:avLst/>
          </a:prstGeom>
          <a:noFill/>
          <a:ln w="0">
            <a:noFill/>
          </a:ln>
        </p:spPr>
        <p:txBody>
          <a:bodyPr lIns="91440" rIns="182880" tIns="18288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5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06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6"/>
          <p:cNvSpPr>
            <a:spLocks noGrp="1"/>
          </p:cNvSpPr>
          <p:nvPr>
            <p:ph type="body"/>
          </p:nvPr>
        </p:nvSpPr>
        <p:spPr>
          <a:xfrm>
            <a:off x="7199640" y="3030120"/>
            <a:ext cx="1715040" cy="1144800"/>
          </a:xfrm>
          <a:prstGeom prst="rect">
            <a:avLst/>
          </a:prstGeom>
          <a:noFill/>
          <a:ln w="0">
            <a:noFill/>
          </a:ln>
        </p:spPr>
        <p:txBody>
          <a:bodyPr lIns="91440" rIns="182880" tIns="18288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325;p25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68810B09-75F2-4DBD-8135-8D6B4FB7922F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311760" y="205092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16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311760" y="268920"/>
            <a:ext cx="28076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40;p4"/>
          <p:cNvSpPr/>
          <p:nvPr/>
        </p:nvSpPr>
        <p:spPr>
          <a:xfrm rot="5400000">
            <a:off x="-3989520" y="1155960"/>
            <a:ext cx="7977960" cy="7977960"/>
          </a:xfrm>
          <a:prstGeom prst="pie">
            <a:avLst>
              <a:gd name="adj1" fmla="val 10792592"/>
              <a:gd name="adj2" fmla="val 16198514"/>
            </a:avLst>
          </a:prstGeom>
          <a:gradFill rotWithShape="0">
            <a:gsLst>
              <a:gs pos="0">
                <a:srgbClr val="1f1f1f"/>
              </a:gs>
              <a:gs pos="36000">
                <a:srgbClr val="1f1f1f"/>
              </a:gs>
              <a:gs pos="100000">
                <a:srgbClr val="6ad1fa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7" name="Google Shape;47;p4" descr=""/>
          <p:cNvPicPr/>
          <p:nvPr/>
        </p:nvPicPr>
        <p:blipFill>
          <a:blip r:embed="rId2"/>
          <a:srcRect l="57204" t="0" r="0" b="4755"/>
          <a:stretch/>
        </p:blipFill>
        <p:spPr>
          <a:xfrm>
            <a:off x="-2880" y="1344960"/>
            <a:ext cx="1711080" cy="3808440"/>
          </a:xfrm>
          <a:prstGeom prst="rect">
            <a:avLst/>
          </a:prstGeom>
          <a:ln w="0">
            <a:noFill/>
          </a:ln>
        </p:spPr>
      </p:pic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2925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55;p4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EB0A1AAA-8EC6-464B-8CEE-586DEFAAB67D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265680" y="1251720"/>
            <a:ext cx="4044960" cy="146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311760" y="-2600280"/>
            <a:ext cx="8520120" cy="566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1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77160" y="1523160"/>
            <a:ext cx="3216960" cy="210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473720" cy="316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4992120" y="1152720"/>
            <a:ext cx="3840120" cy="341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83120" y="308160"/>
            <a:ext cx="81842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483120" y="2237760"/>
            <a:ext cx="3619440" cy="316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5047920" y="2237760"/>
            <a:ext cx="3619440" cy="23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body"/>
          </p:nvPr>
        </p:nvSpPr>
        <p:spPr>
          <a:xfrm>
            <a:off x="483120" y="2417400"/>
            <a:ext cx="2455200" cy="1213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3347640" y="2417400"/>
            <a:ext cx="2455200" cy="23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title"/>
          </p:nvPr>
        </p:nvSpPr>
        <p:spPr>
          <a:xfrm>
            <a:off x="483120" y="308160"/>
            <a:ext cx="81842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 type="body"/>
          </p:nvPr>
        </p:nvSpPr>
        <p:spPr>
          <a:xfrm>
            <a:off x="6212160" y="2417400"/>
            <a:ext cx="2455200" cy="23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body"/>
          </p:nvPr>
        </p:nvSpPr>
        <p:spPr>
          <a:xfrm>
            <a:off x="366840" y="1758960"/>
            <a:ext cx="3838320" cy="316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4938840" y="1758960"/>
            <a:ext cx="3838320" cy="11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body"/>
          </p:nvPr>
        </p:nvSpPr>
        <p:spPr>
          <a:xfrm>
            <a:off x="366840" y="3648600"/>
            <a:ext cx="3838320" cy="11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 type="body"/>
          </p:nvPr>
        </p:nvSpPr>
        <p:spPr>
          <a:xfrm>
            <a:off x="4938840" y="3648600"/>
            <a:ext cx="3838320" cy="11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 type="title"/>
          </p:nvPr>
        </p:nvSpPr>
        <p:spPr>
          <a:xfrm>
            <a:off x="366840" y="308160"/>
            <a:ext cx="81842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311760" y="1170360"/>
            <a:ext cx="8520120" cy="349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body"/>
          </p:nvPr>
        </p:nvSpPr>
        <p:spPr>
          <a:xfrm>
            <a:off x="4618800" y="1743480"/>
            <a:ext cx="4296240" cy="30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228600" y="1743480"/>
            <a:ext cx="42962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Google Shape;66;p5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CCE2284C-D94F-4E2F-B894-81F28A031E9C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body"/>
          </p:nvPr>
        </p:nvSpPr>
        <p:spPr>
          <a:xfrm>
            <a:off x="311760" y="4080240"/>
            <a:ext cx="4027320" cy="316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4804920" y="1133280"/>
            <a:ext cx="4027320" cy="239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311760" y="1133280"/>
            <a:ext cx="4027320" cy="239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body"/>
          </p:nvPr>
        </p:nvSpPr>
        <p:spPr>
          <a:xfrm>
            <a:off x="4804920" y="4080240"/>
            <a:ext cx="4027320" cy="9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5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body"/>
          </p:nvPr>
        </p:nvSpPr>
        <p:spPr>
          <a:xfrm>
            <a:off x="311760" y="3911760"/>
            <a:ext cx="2626920" cy="1049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205320" y="1128240"/>
            <a:ext cx="2626920" cy="227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body"/>
          </p:nvPr>
        </p:nvSpPr>
        <p:spPr>
          <a:xfrm>
            <a:off x="311760" y="1128240"/>
            <a:ext cx="2626920" cy="227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body"/>
          </p:nvPr>
        </p:nvSpPr>
        <p:spPr>
          <a:xfrm>
            <a:off x="6205320" y="3911760"/>
            <a:ext cx="2626920" cy="101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5"/>
          <p:cNvSpPr>
            <a:spLocks noGrp="1"/>
          </p:cNvSpPr>
          <p:nvPr>
            <p:ph type="body"/>
          </p:nvPr>
        </p:nvSpPr>
        <p:spPr>
          <a:xfrm>
            <a:off x="3255120" y="1128240"/>
            <a:ext cx="2626920" cy="227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6"/>
          <p:cNvSpPr>
            <a:spLocks noGrp="1"/>
          </p:cNvSpPr>
          <p:nvPr>
            <p:ph type="body"/>
          </p:nvPr>
        </p:nvSpPr>
        <p:spPr>
          <a:xfrm>
            <a:off x="3255120" y="3911760"/>
            <a:ext cx="2626920" cy="101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7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body"/>
          </p:nvPr>
        </p:nvSpPr>
        <p:spPr>
          <a:xfrm>
            <a:off x="311760" y="444960"/>
            <a:ext cx="8520120" cy="4218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body"/>
          </p:nvPr>
        </p:nvSpPr>
        <p:spPr>
          <a:xfrm>
            <a:off x="3389760" y="11880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5195880" y="11880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body"/>
          </p:nvPr>
        </p:nvSpPr>
        <p:spPr>
          <a:xfrm>
            <a:off x="7002360" y="11880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body"/>
          </p:nvPr>
        </p:nvSpPr>
        <p:spPr>
          <a:xfrm>
            <a:off x="3389760" y="180432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 type="body"/>
          </p:nvPr>
        </p:nvSpPr>
        <p:spPr>
          <a:xfrm>
            <a:off x="5195880" y="180432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6"/>
          <p:cNvSpPr>
            <a:spLocks noGrp="1"/>
          </p:cNvSpPr>
          <p:nvPr>
            <p:ph type="body"/>
          </p:nvPr>
        </p:nvSpPr>
        <p:spPr>
          <a:xfrm>
            <a:off x="7002360" y="180432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7"/>
          <p:cNvSpPr>
            <a:spLocks noGrp="1"/>
          </p:cNvSpPr>
          <p:nvPr>
            <p:ph type="title"/>
          </p:nvPr>
        </p:nvSpPr>
        <p:spPr>
          <a:xfrm>
            <a:off x="351720" y="444960"/>
            <a:ext cx="2596320" cy="14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8"/>
          <p:cNvSpPr>
            <a:spLocks noGrp="1"/>
          </p:cNvSpPr>
          <p:nvPr>
            <p:ph type="body"/>
          </p:nvPr>
        </p:nvSpPr>
        <p:spPr>
          <a:xfrm>
            <a:off x="3389760" y="348948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9"/>
          <p:cNvSpPr>
            <a:spLocks noGrp="1"/>
          </p:cNvSpPr>
          <p:nvPr>
            <p:ph type="body"/>
          </p:nvPr>
        </p:nvSpPr>
        <p:spPr>
          <a:xfrm>
            <a:off x="5195880" y="348948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10"/>
          <p:cNvSpPr>
            <a:spLocks noGrp="1"/>
          </p:cNvSpPr>
          <p:nvPr>
            <p:ph type="body"/>
          </p:nvPr>
        </p:nvSpPr>
        <p:spPr>
          <a:xfrm>
            <a:off x="7002360" y="348948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69;p6"/>
          <p:cNvSpPr/>
          <p:nvPr/>
        </p:nvSpPr>
        <p:spPr>
          <a:xfrm rot="5400000">
            <a:off x="-3989880" y="1161360"/>
            <a:ext cx="7977960" cy="7977960"/>
          </a:xfrm>
          <a:prstGeom prst="pie">
            <a:avLst>
              <a:gd name="adj1" fmla="val 10792592"/>
              <a:gd name="adj2" fmla="val 16198514"/>
            </a:avLst>
          </a:prstGeom>
          <a:gradFill rotWithShape="0">
            <a:gsLst>
              <a:gs pos="0">
                <a:srgbClr val="1f1f1f"/>
              </a:gs>
              <a:gs pos="36000">
                <a:srgbClr val="1f1f1f"/>
              </a:gs>
              <a:gs pos="100000">
                <a:srgbClr val="6ad1fa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1" name="Google Shape;70;p6" descr=""/>
          <p:cNvPicPr/>
          <p:nvPr/>
        </p:nvPicPr>
        <p:blipFill>
          <a:blip r:embed="rId2"/>
          <a:srcRect l="7342" t="0" r="0" b="46248"/>
          <a:stretch/>
        </p:blipFill>
        <p:spPr>
          <a:xfrm>
            <a:off x="218520" y="3453120"/>
            <a:ext cx="2925720" cy="1697040"/>
          </a:xfrm>
          <a:prstGeom prst="rect">
            <a:avLst/>
          </a:prstGeom>
          <a:ln w="0">
            <a:noFill/>
          </a:ln>
        </p:spPr>
      </p:pic>
      <p:sp>
        <p:nvSpPr>
          <p:cNvPr id="242" name="Google Shape;71;p6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106101D2-D5A6-402E-A583-00D623142E53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2925720" cy="347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Google Shape;73;p6"/>
          <p:cNvSpPr/>
          <p:nvPr/>
        </p:nvSpPr>
        <p:spPr>
          <a:xfrm>
            <a:off x="0" y="1992600"/>
            <a:ext cx="3735720" cy="3157560"/>
          </a:xfrm>
          <a:custGeom>
            <a:avLst/>
            <a:gdLst>
              <a:gd name="textAreaLeft" fmla="*/ 0 w 3735720"/>
              <a:gd name="textAreaRight" fmla="*/ 3736080 w 3735720"/>
              <a:gd name="textAreaTop" fmla="*/ 0 h 3157560"/>
              <a:gd name="textAreaBottom" fmla="*/ 3157920 h 3157560"/>
            </a:gdLst>
            <a:ahLst/>
            <a:rect l="textAreaLeft" t="textAreaTop" r="textAreaRight" b="textAreaBottom"/>
            <a:pathLst>
              <a:path w="247921" h="20955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4819680" y="3701160"/>
            <a:ext cx="4095720" cy="5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body"/>
          </p:nvPr>
        </p:nvSpPr>
        <p:spPr>
          <a:xfrm>
            <a:off x="4819680" y="2342520"/>
            <a:ext cx="4095720" cy="5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body"/>
          </p:nvPr>
        </p:nvSpPr>
        <p:spPr>
          <a:xfrm>
            <a:off x="4819680" y="983520"/>
            <a:ext cx="4095720" cy="5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3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79;p7" descr=""/>
          <p:cNvPicPr/>
          <p:nvPr/>
        </p:nvPicPr>
        <p:blipFill>
          <a:blip r:embed="rId2"/>
          <a:srcRect l="0" t="51310" r="54481" b="0"/>
          <a:stretch/>
        </p:blipFill>
        <p:spPr>
          <a:xfrm flipH="1" rot="10800000">
            <a:off x="6802920" y="2639520"/>
            <a:ext cx="2340720" cy="2504160"/>
          </a:xfrm>
          <a:prstGeom prst="rect">
            <a:avLst/>
          </a:prstGeom>
          <a:ln w="0">
            <a:noFill/>
          </a:ln>
        </p:spPr>
      </p:pic>
      <p:sp>
        <p:nvSpPr>
          <p:cNvPr id="249" name="Google Shape;80;p7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41EA65A-38D5-4AEC-861C-C81291625AC4}" type="slidenum"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230120" y="1930320"/>
            <a:ext cx="6683400" cy="172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oogle Shape;83;p7"/>
          <p:cNvSpPr/>
          <p:nvPr/>
        </p:nvSpPr>
        <p:spPr>
          <a:xfrm flipH="1">
            <a:off x="0" y="148680"/>
            <a:ext cx="1377360" cy="2421360"/>
          </a:xfrm>
          <a:custGeom>
            <a:avLst/>
            <a:gdLst>
              <a:gd name="textAreaLeft" fmla="*/ 360 w 1377360"/>
              <a:gd name="textAreaRight" fmla="*/ 1378080 w 1377360"/>
              <a:gd name="textAreaTop" fmla="*/ 0 h 2421360"/>
              <a:gd name="textAreaBottom" fmla="*/ 2421720 h 2421360"/>
            </a:gdLst>
            <a:ahLst/>
            <a:rect l="textAreaLeft" t="textAreaTop" r="textAreaRight" b="textAreaBottom"/>
            <a:pathLst>
              <a:path w="43049" h="75680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3448080" y="3693600"/>
            <a:ext cx="2247480" cy="39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87;p8" descr=""/>
          <p:cNvPicPr/>
          <p:nvPr/>
        </p:nvPicPr>
        <p:blipFill>
          <a:blip r:embed="rId2"/>
          <a:srcRect l="535" t="71884" r="33360" b="0"/>
          <a:stretch/>
        </p:blipFill>
        <p:spPr>
          <a:xfrm>
            <a:off x="5624280" y="0"/>
            <a:ext cx="3519360" cy="1496160"/>
          </a:xfrm>
          <a:prstGeom prst="rect">
            <a:avLst/>
          </a:prstGeom>
          <a:ln w="0">
            <a:noFill/>
          </a:ln>
        </p:spPr>
      </p:pic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06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228600" y="1637280"/>
            <a:ext cx="3351240" cy="304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Google Shape;90;p8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B7C0B667-CBAC-4BF1-B5BB-43FA66563E03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3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06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Google Shape;94;p9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E0D59E76-B890-4FEE-AF0D-B9EF9093A891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9" name="Google Shape;95;p9" descr=""/>
          <p:cNvPicPr/>
          <p:nvPr/>
        </p:nvPicPr>
        <p:blipFill>
          <a:blip r:embed="rId2"/>
          <a:srcRect l="535" t="71884" r="33360" b="0"/>
          <a:stretch/>
        </p:blipFill>
        <p:spPr>
          <a:xfrm>
            <a:off x="5624280" y="0"/>
            <a:ext cx="3519360" cy="14961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3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98;p10"/>
          <p:cNvSpPr/>
          <p:nvPr/>
        </p:nvSpPr>
        <p:spPr>
          <a:xfrm>
            <a:off x="-3600" y="1985400"/>
            <a:ext cx="3735720" cy="3157560"/>
          </a:xfrm>
          <a:custGeom>
            <a:avLst/>
            <a:gdLst>
              <a:gd name="textAreaLeft" fmla="*/ 0 w 3735720"/>
              <a:gd name="textAreaRight" fmla="*/ 3736080 w 3735720"/>
              <a:gd name="textAreaTop" fmla="*/ 0 h 3157560"/>
              <a:gd name="textAreaBottom" fmla="*/ 3157920 h 3157560"/>
            </a:gdLst>
            <a:ahLst/>
            <a:rect l="textAreaLeft" t="textAreaTop" r="textAreaRight" b="textAreaBottom"/>
            <a:pathLst>
              <a:path w="247921" h="20955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06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00;p10"/>
          <p:cNvSpPr/>
          <p:nvPr/>
        </p:nvSpPr>
        <p:spPr>
          <a:xfrm>
            <a:off x="6720480" y="4800240"/>
            <a:ext cx="2194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0480" bIns="6048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91586206-9DCF-4218-8200-E48D13E03C37}" type="slidenum"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&lt;number&gt;</a:t>
            </a:fld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1208520" y="1164240"/>
            <a:ext cx="1115280" cy="111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body"/>
          </p:nvPr>
        </p:nvSpPr>
        <p:spPr>
          <a:xfrm>
            <a:off x="3079080" y="1164240"/>
            <a:ext cx="1115280" cy="111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body"/>
          </p:nvPr>
        </p:nvSpPr>
        <p:spPr>
          <a:xfrm>
            <a:off x="4949640" y="1164240"/>
            <a:ext cx="1115280" cy="111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body"/>
          </p:nvPr>
        </p:nvSpPr>
        <p:spPr>
          <a:xfrm>
            <a:off x="6820560" y="1164240"/>
            <a:ext cx="1115280" cy="111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6"/>
          <p:cNvSpPr>
            <a:spLocks noGrp="1"/>
          </p:cNvSpPr>
          <p:nvPr>
            <p:ph type="body"/>
          </p:nvPr>
        </p:nvSpPr>
        <p:spPr>
          <a:xfrm>
            <a:off x="3079080" y="2958840"/>
            <a:ext cx="1115280" cy="111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7"/>
          <p:cNvSpPr>
            <a:spLocks noGrp="1"/>
          </p:cNvSpPr>
          <p:nvPr>
            <p:ph type="body"/>
          </p:nvPr>
        </p:nvSpPr>
        <p:spPr>
          <a:xfrm>
            <a:off x="4949640" y="2958840"/>
            <a:ext cx="1115280" cy="111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8"/>
          <p:cNvSpPr>
            <a:spLocks noGrp="1"/>
          </p:cNvSpPr>
          <p:nvPr>
            <p:ph type="body"/>
          </p:nvPr>
        </p:nvSpPr>
        <p:spPr>
          <a:xfrm>
            <a:off x="6820560" y="2958840"/>
            <a:ext cx="1115280" cy="111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9"/>
          <p:cNvSpPr>
            <a:spLocks noGrp="1"/>
          </p:cNvSpPr>
          <p:nvPr>
            <p:ph type="body"/>
          </p:nvPr>
        </p:nvSpPr>
        <p:spPr>
          <a:xfrm>
            <a:off x="1208520" y="2958840"/>
            <a:ext cx="1115280" cy="111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427;p46"/>
          <p:cNvGrpSpPr/>
          <p:nvPr/>
        </p:nvGrpSpPr>
        <p:grpSpPr>
          <a:xfrm>
            <a:off x="4999320" y="314640"/>
            <a:ext cx="3867120" cy="5116680"/>
            <a:chOff x="4999320" y="314640"/>
            <a:chExt cx="3867120" cy="5116680"/>
          </a:xfrm>
        </p:grpSpPr>
        <p:sp>
          <p:nvSpPr>
            <p:cNvPr id="272" name="Google Shape;428;p46"/>
            <p:cNvSpPr/>
            <p:nvPr/>
          </p:nvSpPr>
          <p:spPr>
            <a:xfrm rot="19320000">
              <a:off x="5390280" y="3101400"/>
              <a:ext cx="1938240" cy="1938240"/>
            </a:xfrm>
            <a:prstGeom prst="star4">
              <a:avLst>
                <a:gd name="adj" fmla="val 27317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3" name="Google Shape;429;p46"/>
            <p:cNvSpPr/>
            <p:nvPr/>
          </p:nvSpPr>
          <p:spPr>
            <a:xfrm rot="12598200">
              <a:off x="6991920" y="433800"/>
              <a:ext cx="1242720" cy="2861280"/>
            </a:xfrm>
            <a:prstGeom prst="trapezoid">
              <a:avLst>
                <a:gd name="adj" fmla="val 16489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328320" y="991800"/>
            <a:ext cx="8487000" cy="315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432;p46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573;p55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578;p56"/>
          <p:cNvSpPr/>
          <p:nvPr/>
        </p:nvSpPr>
        <p:spPr>
          <a:xfrm>
            <a:off x="343080" y="0"/>
            <a:ext cx="4295520" cy="5143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Google Shape;579;p56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PlaceHolder 1"/>
          <p:cNvSpPr>
            <a:spLocks noGrp="1"/>
          </p:cNvSpPr>
          <p:nvPr>
            <p:ph type="body"/>
          </p:nvPr>
        </p:nvSpPr>
        <p:spPr>
          <a:xfrm>
            <a:off x="4977720" y="387000"/>
            <a:ext cx="3823920" cy="209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784440" y="326520"/>
            <a:ext cx="3412800" cy="219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000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body"/>
          </p:nvPr>
        </p:nvSpPr>
        <p:spPr>
          <a:xfrm>
            <a:off x="784440" y="3247560"/>
            <a:ext cx="3135240" cy="170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 type="body"/>
          </p:nvPr>
        </p:nvSpPr>
        <p:spPr>
          <a:xfrm>
            <a:off x="4977720" y="3247560"/>
            <a:ext cx="3135240" cy="170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590;p57"/>
          <p:cNvSpPr/>
          <p:nvPr/>
        </p:nvSpPr>
        <p:spPr>
          <a:xfrm>
            <a:off x="343080" y="0"/>
            <a:ext cx="42955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Google Shape;591;p57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PlaceHolder 1"/>
          <p:cNvSpPr>
            <a:spLocks noGrp="1"/>
          </p:cNvSpPr>
          <p:nvPr>
            <p:ph type="body"/>
          </p:nvPr>
        </p:nvSpPr>
        <p:spPr>
          <a:xfrm>
            <a:off x="4977720" y="387000"/>
            <a:ext cx="3823920" cy="209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784440" y="326520"/>
            <a:ext cx="3412800" cy="219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000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784440" y="3247560"/>
            <a:ext cx="3135240" cy="170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 type="body"/>
          </p:nvPr>
        </p:nvSpPr>
        <p:spPr>
          <a:xfrm>
            <a:off x="4977720" y="3247560"/>
            <a:ext cx="3135240" cy="170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602;p58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PlaceHolder 1"/>
          <p:cNvSpPr>
            <a:spLocks noGrp="1"/>
          </p:cNvSpPr>
          <p:nvPr>
            <p:ph type="body"/>
          </p:nvPr>
        </p:nvSpPr>
        <p:spPr>
          <a:xfrm>
            <a:off x="4977720" y="387000"/>
            <a:ext cx="3823920" cy="209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784440" y="326520"/>
            <a:ext cx="3412800" cy="219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000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body"/>
          </p:nvPr>
        </p:nvSpPr>
        <p:spPr>
          <a:xfrm>
            <a:off x="784440" y="3247560"/>
            <a:ext cx="3135240" cy="170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 type="body"/>
          </p:nvPr>
        </p:nvSpPr>
        <p:spPr>
          <a:xfrm>
            <a:off x="4977720" y="3247560"/>
            <a:ext cx="3135240" cy="170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613;p59"/>
          <p:cNvSpPr/>
          <p:nvPr/>
        </p:nvSpPr>
        <p:spPr>
          <a:xfrm>
            <a:off x="3697920" y="277920"/>
            <a:ext cx="5103720" cy="31478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Google Shape;614;p59"/>
          <p:cNvSpPr/>
          <p:nvPr/>
        </p:nvSpPr>
        <p:spPr>
          <a:xfrm>
            <a:off x="644760" y="1702440"/>
            <a:ext cx="5103720" cy="31478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Google Shape;615;p59"/>
          <p:cNvSpPr/>
          <p:nvPr/>
        </p:nvSpPr>
        <p:spPr>
          <a:xfrm>
            <a:off x="3699360" y="1702440"/>
            <a:ext cx="2049120" cy="17233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body"/>
          </p:nvPr>
        </p:nvSpPr>
        <p:spPr>
          <a:xfrm>
            <a:off x="794880" y="2127960"/>
            <a:ext cx="2759400" cy="22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5893560" y="703800"/>
            <a:ext cx="2759400" cy="22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Google Shape;619;p59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624;p60"/>
          <p:cNvSpPr/>
          <p:nvPr/>
        </p:nvSpPr>
        <p:spPr>
          <a:xfrm>
            <a:off x="3697920" y="277920"/>
            <a:ext cx="5103720" cy="31478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Google Shape;625;p60"/>
          <p:cNvSpPr/>
          <p:nvPr/>
        </p:nvSpPr>
        <p:spPr>
          <a:xfrm>
            <a:off x="644760" y="1702440"/>
            <a:ext cx="5103720" cy="31478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626;p60"/>
          <p:cNvSpPr/>
          <p:nvPr/>
        </p:nvSpPr>
        <p:spPr>
          <a:xfrm>
            <a:off x="3699360" y="1702440"/>
            <a:ext cx="2049120" cy="17233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body"/>
          </p:nvPr>
        </p:nvSpPr>
        <p:spPr>
          <a:xfrm>
            <a:off x="794880" y="2127960"/>
            <a:ext cx="2759400" cy="22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5893560" y="703800"/>
            <a:ext cx="2759400" cy="22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Google Shape;630;p60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635;p61"/>
          <p:cNvSpPr/>
          <p:nvPr/>
        </p:nvSpPr>
        <p:spPr>
          <a:xfrm>
            <a:off x="346680" y="0"/>
            <a:ext cx="29332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636;p61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Google Shape;641;p61"/>
          <p:cNvSpPr/>
          <p:nvPr/>
        </p:nvSpPr>
        <p:spPr>
          <a:xfrm>
            <a:off x="3280680" y="0"/>
            <a:ext cx="2933280" cy="5143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643;p61"/>
          <p:cNvSpPr/>
          <p:nvPr/>
        </p:nvSpPr>
        <p:spPr>
          <a:xfrm>
            <a:off x="6214320" y="0"/>
            <a:ext cx="29332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body"/>
          </p:nvPr>
        </p:nvSpPr>
        <p:spPr>
          <a:xfrm>
            <a:off x="626400" y="1905840"/>
            <a:ext cx="865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2041200" y="986040"/>
            <a:ext cx="1054440" cy="105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626400" y="3256560"/>
            <a:ext cx="865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2016360" y="2431440"/>
            <a:ext cx="110448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5"/>
          <p:cNvSpPr>
            <a:spLocks noGrp="1"/>
          </p:cNvSpPr>
          <p:nvPr>
            <p:ph type="body"/>
          </p:nvPr>
        </p:nvSpPr>
        <p:spPr>
          <a:xfrm>
            <a:off x="2031840" y="3738240"/>
            <a:ext cx="1054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6"/>
          <p:cNvSpPr>
            <a:spLocks noGrp="1"/>
          </p:cNvSpPr>
          <p:nvPr>
            <p:ph type="body"/>
          </p:nvPr>
        </p:nvSpPr>
        <p:spPr>
          <a:xfrm>
            <a:off x="3559680" y="1911960"/>
            <a:ext cx="865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7"/>
          <p:cNvSpPr>
            <a:spLocks noGrp="1"/>
          </p:cNvSpPr>
          <p:nvPr>
            <p:ph type="body"/>
          </p:nvPr>
        </p:nvSpPr>
        <p:spPr>
          <a:xfrm>
            <a:off x="4974480" y="992160"/>
            <a:ext cx="1054440" cy="105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8"/>
          <p:cNvSpPr>
            <a:spLocks noGrp="1"/>
          </p:cNvSpPr>
          <p:nvPr>
            <p:ph type="body"/>
          </p:nvPr>
        </p:nvSpPr>
        <p:spPr>
          <a:xfrm>
            <a:off x="3559680" y="3262680"/>
            <a:ext cx="865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9"/>
          <p:cNvSpPr>
            <a:spLocks noGrp="1"/>
          </p:cNvSpPr>
          <p:nvPr>
            <p:ph type="body"/>
          </p:nvPr>
        </p:nvSpPr>
        <p:spPr>
          <a:xfrm>
            <a:off x="4949640" y="2437200"/>
            <a:ext cx="110448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10"/>
          <p:cNvSpPr>
            <a:spLocks noGrp="1"/>
          </p:cNvSpPr>
          <p:nvPr>
            <p:ph type="body"/>
          </p:nvPr>
        </p:nvSpPr>
        <p:spPr>
          <a:xfrm>
            <a:off x="4965480" y="3744000"/>
            <a:ext cx="1054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11"/>
          <p:cNvSpPr>
            <a:spLocks noGrp="1"/>
          </p:cNvSpPr>
          <p:nvPr>
            <p:ph type="body"/>
          </p:nvPr>
        </p:nvSpPr>
        <p:spPr>
          <a:xfrm>
            <a:off x="6493320" y="1905840"/>
            <a:ext cx="865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12"/>
          <p:cNvSpPr>
            <a:spLocks noGrp="1"/>
          </p:cNvSpPr>
          <p:nvPr>
            <p:ph type="body"/>
          </p:nvPr>
        </p:nvSpPr>
        <p:spPr>
          <a:xfrm>
            <a:off x="7908120" y="986040"/>
            <a:ext cx="1054440" cy="105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13"/>
          <p:cNvSpPr>
            <a:spLocks noGrp="1"/>
          </p:cNvSpPr>
          <p:nvPr>
            <p:ph type="body"/>
          </p:nvPr>
        </p:nvSpPr>
        <p:spPr>
          <a:xfrm>
            <a:off x="6493320" y="3256560"/>
            <a:ext cx="865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14"/>
          <p:cNvSpPr>
            <a:spLocks noGrp="1"/>
          </p:cNvSpPr>
          <p:nvPr>
            <p:ph type="body"/>
          </p:nvPr>
        </p:nvSpPr>
        <p:spPr>
          <a:xfrm>
            <a:off x="7882920" y="2431440"/>
            <a:ext cx="110448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15"/>
          <p:cNvSpPr>
            <a:spLocks noGrp="1"/>
          </p:cNvSpPr>
          <p:nvPr>
            <p:ph type="body"/>
          </p:nvPr>
        </p:nvSpPr>
        <p:spPr>
          <a:xfrm>
            <a:off x="7898760" y="3738240"/>
            <a:ext cx="1054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676;p62"/>
          <p:cNvSpPr/>
          <p:nvPr/>
        </p:nvSpPr>
        <p:spPr>
          <a:xfrm>
            <a:off x="0" y="2571840"/>
            <a:ext cx="4571640" cy="2580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Google Shape;677;p62"/>
          <p:cNvSpPr/>
          <p:nvPr/>
        </p:nvSpPr>
        <p:spPr>
          <a:xfrm>
            <a:off x="4572000" y="0"/>
            <a:ext cx="4571640" cy="2580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body"/>
          </p:nvPr>
        </p:nvSpPr>
        <p:spPr>
          <a:xfrm>
            <a:off x="7281720" y="4104360"/>
            <a:ext cx="844920" cy="84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2766600" y="82440"/>
            <a:ext cx="1033560" cy="103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1694520" y="1590120"/>
            <a:ext cx="1033560" cy="84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body"/>
          </p:nvPr>
        </p:nvSpPr>
        <p:spPr>
          <a:xfrm>
            <a:off x="471240" y="943200"/>
            <a:ext cx="1033560" cy="80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body"/>
          </p:nvPr>
        </p:nvSpPr>
        <p:spPr>
          <a:xfrm>
            <a:off x="7232400" y="208440"/>
            <a:ext cx="943560" cy="94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6"/>
          <p:cNvSpPr>
            <a:spLocks noGrp="1"/>
          </p:cNvSpPr>
          <p:nvPr>
            <p:ph type="body"/>
          </p:nvPr>
        </p:nvSpPr>
        <p:spPr>
          <a:xfrm>
            <a:off x="4926600" y="1453320"/>
            <a:ext cx="844920" cy="84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7"/>
          <p:cNvSpPr>
            <a:spLocks noGrp="1"/>
          </p:cNvSpPr>
          <p:nvPr>
            <p:ph type="body"/>
          </p:nvPr>
        </p:nvSpPr>
        <p:spPr>
          <a:xfrm>
            <a:off x="3337200" y="1453320"/>
            <a:ext cx="925560" cy="9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8"/>
          <p:cNvSpPr>
            <a:spLocks noGrp="1"/>
          </p:cNvSpPr>
          <p:nvPr>
            <p:ph type="body"/>
          </p:nvPr>
        </p:nvSpPr>
        <p:spPr>
          <a:xfrm>
            <a:off x="5117040" y="2817360"/>
            <a:ext cx="1078200" cy="84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9"/>
          <p:cNvSpPr>
            <a:spLocks noGrp="1"/>
          </p:cNvSpPr>
          <p:nvPr>
            <p:ph type="body"/>
          </p:nvPr>
        </p:nvSpPr>
        <p:spPr>
          <a:xfrm>
            <a:off x="942120" y="2666880"/>
            <a:ext cx="943560" cy="94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10"/>
          <p:cNvSpPr>
            <a:spLocks noGrp="1"/>
          </p:cNvSpPr>
          <p:nvPr>
            <p:ph type="body"/>
          </p:nvPr>
        </p:nvSpPr>
        <p:spPr>
          <a:xfrm>
            <a:off x="3001680" y="2765520"/>
            <a:ext cx="1078200" cy="84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11"/>
          <p:cNvSpPr>
            <a:spLocks noGrp="1"/>
          </p:cNvSpPr>
          <p:nvPr>
            <p:ph type="body"/>
          </p:nvPr>
        </p:nvSpPr>
        <p:spPr>
          <a:xfrm>
            <a:off x="2733840" y="3996720"/>
            <a:ext cx="943560" cy="94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12"/>
          <p:cNvSpPr>
            <a:spLocks noGrp="1"/>
          </p:cNvSpPr>
          <p:nvPr>
            <p:ph type="body"/>
          </p:nvPr>
        </p:nvSpPr>
        <p:spPr>
          <a:xfrm>
            <a:off x="671760" y="4104360"/>
            <a:ext cx="1029240" cy="84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13"/>
          <p:cNvSpPr>
            <a:spLocks noGrp="1"/>
          </p:cNvSpPr>
          <p:nvPr>
            <p:ph type="body"/>
          </p:nvPr>
        </p:nvSpPr>
        <p:spPr>
          <a:xfrm>
            <a:off x="5117040" y="176760"/>
            <a:ext cx="1078200" cy="84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14"/>
          <p:cNvSpPr>
            <a:spLocks noGrp="1"/>
          </p:cNvSpPr>
          <p:nvPr>
            <p:ph type="body"/>
          </p:nvPr>
        </p:nvSpPr>
        <p:spPr>
          <a:xfrm>
            <a:off x="7589520" y="1493640"/>
            <a:ext cx="844920" cy="84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15"/>
          <p:cNvSpPr>
            <a:spLocks noGrp="1"/>
          </p:cNvSpPr>
          <p:nvPr>
            <p:ph type="body"/>
          </p:nvPr>
        </p:nvSpPr>
        <p:spPr>
          <a:xfrm>
            <a:off x="7404840" y="2680560"/>
            <a:ext cx="1029240" cy="1029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16"/>
          <p:cNvSpPr>
            <a:spLocks noGrp="1"/>
          </p:cNvSpPr>
          <p:nvPr>
            <p:ph type="body"/>
          </p:nvPr>
        </p:nvSpPr>
        <p:spPr>
          <a:xfrm>
            <a:off x="5392080" y="3996720"/>
            <a:ext cx="943560" cy="94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17"/>
          <p:cNvSpPr>
            <a:spLocks noGrp="1"/>
          </p:cNvSpPr>
          <p:nvPr>
            <p:ph type="title"/>
          </p:nvPr>
        </p:nvSpPr>
        <p:spPr>
          <a:xfrm>
            <a:off x="488520" y="208440"/>
            <a:ext cx="3591720" cy="7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Google Shape;699;p62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704;p63"/>
          <p:cNvSpPr/>
          <p:nvPr/>
        </p:nvSpPr>
        <p:spPr>
          <a:xfrm>
            <a:off x="4572000" y="0"/>
            <a:ext cx="4580280" cy="514332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cf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606240" y="209520"/>
            <a:ext cx="3202200" cy="11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7665"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37560" y="1316520"/>
            <a:ext cx="3202200" cy="20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title"/>
          </p:nvPr>
        </p:nvSpPr>
        <p:spPr>
          <a:xfrm>
            <a:off x="4903200" y="2401560"/>
            <a:ext cx="3202200" cy="11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7665"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 type="body"/>
          </p:nvPr>
        </p:nvSpPr>
        <p:spPr>
          <a:xfrm>
            <a:off x="4934520" y="3508560"/>
            <a:ext cx="3202200" cy="137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709;p63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714;p64"/>
          <p:cNvSpPr/>
          <p:nvPr/>
        </p:nvSpPr>
        <p:spPr>
          <a:xfrm>
            <a:off x="91800" y="-352440"/>
            <a:ext cx="3166920" cy="56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en" sz="40000" spc="-1" strike="noStrike">
                <a:solidFill>
                  <a:schemeClr val="accent1"/>
                </a:solidFill>
                <a:latin typeface="Unbounded"/>
                <a:ea typeface="Unbounded"/>
              </a:rPr>
              <a:t>“</a:t>
            </a:r>
            <a:endParaRPr b="0" lang="en-US" sz="4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Google Shape;716;p64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437;p47"/>
          <p:cNvSpPr/>
          <p:nvPr/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519840" y="145440"/>
            <a:ext cx="3907800" cy="289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519840" y="2142720"/>
            <a:ext cx="3622320" cy="198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450;p47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721;p65"/>
          <p:cNvSpPr/>
          <p:nvPr/>
        </p:nvSpPr>
        <p:spPr>
          <a:xfrm>
            <a:off x="565200" y="156960"/>
            <a:ext cx="8394120" cy="4218120"/>
          </a:xfrm>
          <a:prstGeom prst="wedgeRectCallout">
            <a:avLst>
              <a:gd name="adj1" fmla="val -33264"/>
              <a:gd name="adj2" fmla="val 6343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722;p65"/>
          <p:cNvSpPr/>
          <p:nvPr/>
        </p:nvSpPr>
        <p:spPr>
          <a:xfrm>
            <a:off x="717480" y="78840"/>
            <a:ext cx="192564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n" sz="30000" spc="-1" strike="noStrike">
                <a:solidFill>
                  <a:schemeClr val="lt1"/>
                </a:solidFill>
                <a:latin typeface="Unbounded"/>
                <a:ea typeface="Unbounded"/>
              </a:rPr>
              <a:t>“</a:t>
            </a:r>
            <a:endParaRPr b="0" lang="en-US" sz="3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Google Shape;724;p65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729;p66"/>
          <p:cNvSpPr/>
          <p:nvPr/>
        </p:nvSpPr>
        <p:spPr>
          <a:xfrm>
            <a:off x="565200" y="156960"/>
            <a:ext cx="8394120" cy="4218120"/>
          </a:xfrm>
          <a:prstGeom prst="wedgeRectCallout">
            <a:avLst>
              <a:gd name="adj1" fmla="val -33264"/>
              <a:gd name="adj2" fmla="val 6343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Google Shape;730;p66"/>
          <p:cNvSpPr/>
          <p:nvPr/>
        </p:nvSpPr>
        <p:spPr>
          <a:xfrm>
            <a:off x="717480" y="78840"/>
            <a:ext cx="192564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n" sz="30000" spc="-1" strike="noStrike">
                <a:solidFill>
                  <a:schemeClr val="lt1"/>
                </a:solidFill>
                <a:latin typeface="Unbounded"/>
                <a:ea typeface="Unbounded"/>
              </a:rPr>
              <a:t>“</a:t>
            </a:r>
            <a:endParaRPr b="0" lang="en-US" sz="30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Google Shape;732;p66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body"/>
          </p:nvPr>
        </p:nvSpPr>
        <p:spPr>
          <a:xfrm>
            <a:off x="1044000" y="3013200"/>
            <a:ext cx="2161440" cy="84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 type="title"/>
          </p:nvPr>
        </p:nvSpPr>
        <p:spPr>
          <a:xfrm>
            <a:off x="328320" y="160560"/>
            <a:ext cx="8487000" cy="148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Google Shape;739;p67"/>
          <p:cNvSpPr/>
          <p:nvPr/>
        </p:nvSpPr>
        <p:spPr>
          <a:xfrm>
            <a:off x="1842120" y="2085120"/>
            <a:ext cx="564840" cy="423720"/>
          </a:xfrm>
          <a:prstGeom prst="parallelogram">
            <a:avLst>
              <a:gd name="adj" fmla="val 250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Google Shape;740;p67"/>
          <p:cNvSpPr/>
          <p:nvPr/>
        </p:nvSpPr>
        <p:spPr>
          <a:xfrm>
            <a:off x="4490280" y="2029680"/>
            <a:ext cx="534600" cy="534600"/>
          </a:xfrm>
          <a:prstGeom prst="diamond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Google Shape;741;p67"/>
          <p:cNvSpPr/>
          <p:nvPr/>
        </p:nvSpPr>
        <p:spPr>
          <a:xfrm rot="2700000">
            <a:off x="7215120" y="2132280"/>
            <a:ext cx="379440" cy="459000"/>
          </a:xfrm>
          <a:prstGeom prst="ellipse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body"/>
          </p:nvPr>
        </p:nvSpPr>
        <p:spPr>
          <a:xfrm>
            <a:off x="3677040" y="3013200"/>
            <a:ext cx="2161440" cy="84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 type="body"/>
          </p:nvPr>
        </p:nvSpPr>
        <p:spPr>
          <a:xfrm>
            <a:off x="6324120" y="3013200"/>
            <a:ext cx="2161440" cy="84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Google Shape;747;p67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488520" y="208440"/>
            <a:ext cx="3591720" cy="7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73" name="Google Shape;753;p68"/>
          <p:cNvCxnSpPr/>
          <p:nvPr/>
        </p:nvCxnSpPr>
        <p:spPr>
          <a:xfrm>
            <a:off x="4772880" y="761760"/>
            <a:ext cx="360" cy="3698280"/>
          </a:xfrm>
          <a:prstGeom prst="straightConnector1">
            <a:avLst/>
          </a:prstGeom>
          <a:ln w="9525">
            <a:solidFill>
              <a:srgbClr val="e02d00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374" name="Google Shape;754;p68"/>
          <p:cNvCxnSpPr/>
          <p:nvPr/>
        </p:nvCxnSpPr>
        <p:spPr>
          <a:xfrm>
            <a:off x="1009800" y="2470320"/>
            <a:ext cx="7526520" cy="360"/>
          </a:xfrm>
          <a:prstGeom prst="straightConnector1">
            <a:avLst/>
          </a:prstGeom>
          <a:ln w="9525">
            <a:solidFill>
              <a:srgbClr val="e02d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1976040" y="868320"/>
            <a:ext cx="514800" cy="5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body"/>
          </p:nvPr>
        </p:nvSpPr>
        <p:spPr>
          <a:xfrm>
            <a:off x="7293240" y="3715560"/>
            <a:ext cx="627480" cy="62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4"/>
          <p:cNvSpPr>
            <a:spLocks noGrp="1"/>
          </p:cNvSpPr>
          <p:nvPr>
            <p:ph type="body"/>
          </p:nvPr>
        </p:nvSpPr>
        <p:spPr>
          <a:xfrm>
            <a:off x="3876840" y="1617480"/>
            <a:ext cx="627480" cy="5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5"/>
          <p:cNvSpPr>
            <a:spLocks noGrp="1"/>
          </p:cNvSpPr>
          <p:nvPr>
            <p:ph type="body"/>
          </p:nvPr>
        </p:nvSpPr>
        <p:spPr>
          <a:xfrm>
            <a:off x="5406120" y="868320"/>
            <a:ext cx="657360" cy="5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6"/>
          <p:cNvSpPr>
            <a:spLocks noGrp="1"/>
          </p:cNvSpPr>
          <p:nvPr>
            <p:ph type="body"/>
          </p:nvPr>
        </p:nvSpPr>
        <p:spPr>
          <a:xfrm>
            <a:off x="5061240" y="1656720"/>
            <a:ext cx="575280" cy="57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7"/>
          <p:cNvSpPr>
            <a:spLocks noGrp="1"/>
          </p:cNvSpPr>
          <p:nvPr>
            <p:ph type="body"/>
          </p:nvPr>
        </p:nvSpPr>
        <p:spPr>
          <a:xfrm>
            <a:off x="3140640" y="813600"/>
            <a:ext cx="514800" cy="5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8"/>
          <p:cNvSpPr>
            <a:spLocks noGrp="1"/>
          </p:cNvSpPr>
          <p:nvPr>
            <p:ph type="body"/>
          </p:nvPr>
        </p:nvSpPr>
        <p:spPr>
          <a:xfrm>
            <a:off x="3044520" y="3311280"/>
            <a:ext cx="514800" cy="5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9"/>
          <p:cNvSpPr>
            <a:spLocks noGrp="1"/>
          </p:cNvSpPr>
          <p:nvPr>
            <p:ph type="body"/>
          </p:nvPr>
        </p:nvSpPr>
        <p:spPr>
          <a:xfrm>
            <a:off x="5235480" y="2756880"/>
            <a:ext cx="657360" cy="5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10"/>
          <p:cNvSpPr>
            <a:spLocks noGrp="1"/>
          </p:cNvSpPr>
          <p:nvPr>
            <p:ph type="body"/>
          </p:nvPr>
        </p:nvSpPr>
        <p:spPr>
          <a:xfrm>
            <a:off x="3735000" y="2611080"/>
            <a:ext cx="575280" cy="57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11"/>
          <p:cNvSpPr>
            <a:spLocks noGrp="1"/>
          </p:cNvSpPr>
          <p:nvPr>
            <p:ph type="body"/>
          </p:nvPr>
        </p:nvSpPr>
        <p:spPr>
          <a:xfrm>
            <a:off x="5986800" y="1686960"/>
            <a:ext cx="657360" cy="5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12"/>
          <p:cNvSpPr>
            <a:spLocks noGrp="1"/>
          </p:cNvSpPr>
          <p:nvPr>
            <p:ph type="body"/>
          </p:nvPr>
        </p:nvSpPr>
        <p:spPr>
          <a:xfrm>
            <a:off x="5986800" y="3473280"/>
            <a:ext cx="575280" cy="57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13"/>
          <p:cNvSpPr>
            <a:spLocks noGrp="1"/>
          </p:cNvSpPr>
          <p:nvPr>
            <p:ph type="body"/>
          </p:nvPr>
        </p:nvSpPr>
        <p:spPr>
          <a:xfrm>
            <a:off x="2182320" y="2641320"/>
            <a:ext cx="627480" cy="5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14"/>
          <p:cNvSpPr>
            <a:spLocks noGrp="1"/>
          </p:cNvSpPr>
          <p:nvPr>
            <p:ph type="body"/>
          </p:nvPr>
        </p:nvSpPr>
        <p:spPr>
          <a:xfrm>
            <a:off x="2571840" y="1675080"/>
            <a:ext cx="657360" cy="5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15"/>
          <p:cNvSpPr>
            <a:spLocks noGrp="1"/>
          </p:cNvSpPr>
          <p:nvPr>
            <p:ph type="body"/>
          </p:nvPr>
        </p:nvSpPr>
        <p:spPr>
          <a:xfrm>
            <a:off x="6778080" y="2796120"/>
            <a:ext cx="514800" cy="5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16"/>
          <p:cNvSpPr>
            <a:spLocks noGrp="1"/>
          </p:cNvSpPr>
          <p:nvPr>
            <p:ph type="body"/>
          </p:nvPr>
        </p:nvSpPr>
        <p:spPr>
          <a:xfrm>
            <a:off x="4459320" y="3447360"/>
            <a:ext cx="627480" cy="62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Google Shape;774;p68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488520" y="208440"/>
            <a:ext cx="3591720" cy="7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Google Shape;780;p69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body"/>
          </p:nvPr>
        </p:nvSpPr>
        <p:spPr>
          <a:xfrm>
            <a:off x="689760" y="185040"/>
            <a:ext cx="8111520" cy="478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786;p70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9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791;p71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PlaceHolder 1"/>
          <p:cNvSpPr>
            <a:spLocks noGrp="1"/>
          </p:cNvSpPr>
          <p:nvPr>
            <p:ph type="body"/>
          </p:nvPr>
        </p:nvSpPr>
        <p:spPr>
          <a:xfrm>
            <a:off x="843840" y="353880"/>
            <a:ext cx="7455600" cy="44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1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798;p72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3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804;p73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5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810;p74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7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328320" y="340560"/>
            <a:ext cx="8487000" cy="44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Google Shape;456;p48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815;p75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PlaceHolder 1"/>
          <p:cNvSpPr>
            <a:spLocks noGrp="1"/>
          </p:cNvSpPr>
          <p:nvPr>
            <p:ph type="body"/>
          </p:nvPr>
        </p:nvSpPr>
        <p:spPr>
          <a:xfrm>
            <a:off x="942120" y="883800"/>
            <a:ext cx="2263320" cy="16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1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822;p76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PlaceHolder 1"/>
          <p:cNvSpPr>
            <a:spLocks noGrp="1"/>
          </p:cNvSpPr>
          <p:nvPr>
            <p:ph type="body"/>
          </p:nvPr>
        </p:nvSpPr>
        <p:spPr>
          <a:xfrm>
            <a:off x="942120" y="883800"/>
            <a:ext cx="2263320" cy="16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Google Shape;828;p76"/>
          <p:cNvSpPr/>
          <p:nvPr/>
        </p:nvSpPr>
        <p:spPr>
          <a:xfrm>
            <a:off x="1062000" y="2488680"/>
            <a:ext cx="2509920" cy="2446920"/>
          </a:xfrm>
          <a:prstGeom prst="heptagon">
            <a:avLst>
              <a:gd name="hf" fmla="val 102572"/>
              <a:gd name="vf" fmla="val 105210"/>
            </a:avLst>
          </a:prstGeom>
          <a:solidFill>
            <a:schemeClr val="accent1"/>
          </a:solidFill>
          <a:ln w="9525">
            <a:solidFill>
              <a:srgbClr val="fcf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3333960" y="-656280"/>
            <a:ext cx="6887880" cy="469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3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831;p77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942120" y="84240"/>
            <a:ext cx="7264800" cy="18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942120" y="1604160"/>
            <a:ext cx="4406760" cy="313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5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body"/>
          </p:nvPr>
        </p:nvSpPr>
        <p:spPr>
          <a:xfrm>
            <a:off x="580680" y="1856160"/>
            <a:ext cx="1321560" cy="12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580680" y="3440160"/>
            <a:ext cx="1392480" cy="12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body"/>
          </p:nvPr>
        </p:nvSpPr>
        <p:spPr>
          <a:xfrm>
            <a:off x="7214760" y="3440160"/>
            <a:ext cx="1569960" cy="12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 type="body"/>
          </p:nvPr>
        </p:nvSpPr>
        <p:spPr>
          <a:xfrm>
            <a:off x="1937520" y="3432960"/>
            <a:ext cx="5029920" cy="12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000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5"/>
          <p:cNvSpPr>
            <a:spLocks noGrp="1"/>
          </p:cNvSpPr>
          <p:nvPr>
            <p:ph type="body"/>
          </p:nvPr>
        </p:nvSpPr>
        <p:spPr>
          <a:xfrm>
            <a:off x="3858120" y="1856160"/>
            <a:ext cx="4926960" cy="12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000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6"/>
          <p:cNvSpPr>
            <a:spLocks noGrp="1"/>
          </p:cNvSpPr>
          <p:nvPr>
            <p:ph type="body"/>
          </p:nvPr>
        </p:nvSpPr>
        <p:spPr>
          <a:xfrm>
            <a:off x="2165400" y="1856160"/>
            <a:ext cx="1429920" cy="12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7"/>
          <p:cNvSpPr>
            <a:spLocks noGrp="1"/>
          </p:cNvSpPr>
          <p:nvPr>
            <p:ph type="body"/>
          </p:nvPr>
        </p:nvSpPr>
        <p:spPr>
          <a:xfrm>
            <a:off x="7492680" y="233280"/>
            <a:ext cx="1292040" cy="12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8"/>
          <p:cNvSpPr>
            <a:spLocks noGrp="1"/>
          </p:cNvSpPr>
          <p:nvPr>
            <p:ph type="body"/>
          </p:nvPr>
        </p:nvSpPr>
        <p:spPr>
          <a:xfrm>
            <a:off x="610200" y="271800"/>
            <a:ext cx="6838560" cy="12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000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Google Shape;846;p78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PlaceHolder 9"/>
          <p:cNvSpPr>
            <a:spLocks noGrp="1"/>
          </p:cNvSpPr>
          <p:nvPr>
            <p:ph type="body"/>
          </p:nvPr>
        </p:nvSpPr>
        <p:spPr>
          <a:xfrm>
            <a:off x="610200" y="1525680"/>
            <a:ext cx="6514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10"/>
          <p:cNvSpPr>
            <a:spLocks noGrp="1"/>
          </p:cNvSpPr>
          <p:nvPr>
            <p:ph type="body"/>
          </p:nvPr>
        </p:nvSpPr>
        <p:spPr>
          <a:xfrm>
            <a:off x="7509600" y="1525680"/>
            <a:ext cx="1292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11"/>
          <p:cNvSpPr>
            <a:spLocks noGrp="1"/>
          </p:cNvSpPr>
          <p:nvPr>
            <p:ph type="body"/>
          </p:nvPr>
        </p:nvSpPr>
        <p:spPr>
          <a:xfrm>
            <a:off x="580680" y="3148560"/>
            <a:ext cx="1292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12"/>
          <p:cNvSpPr>
            <a:spLocks noGrp="1"/>
          </p:cNvSpPr>
          <p:nvPr>
            <p:ph type="body"/>
          </p:nvPr>
        </p:nvSpPr>
        <p:spPr>
          <a:xfrm>
            <a:off x="2165400" y="3148560"/>
            <a:ext cx="142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13"/>
          <p:cNvSpPr>
            <a:spLocks noGrp="1"/>
          </p:cNvSpPr>
          <p:nvPr>
            <p:ph type="body"/>
          </p:nvPr>
        </p:nvSpPr>
        <p:spPr>
          <a:xfrm>
            <a:off x="3858120" y="3148560"/>
            <a:ext cx="4943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14"/>
          <p:cNvSpPr>
            <a:spLocks noGrp="1"/>
          </p:cNvSpPr>
          <p:nvPr>
            <p:ph type="body"/>
          </p:nvPr>
        </p:nvSpPr>
        <p:spPr>
          <a:xfrm>
            <a:off x="1937520" y="4725360"/>
            <a:ext cx="502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15"/>
          <p:cNvSpPr>
            <a:spLocks noGrp="1"/>
          </p:cNvSpPr>
          <p:nvPr>
            <p:ph type="body"/>
          </p:nvPr>
        </p:nvSpPr>
        <p:spPr>
          <a:xfrm>
            <a:off x="610200" y="4725360"/>
            <a:ext cx="126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16"/>
          <p:cNvSpPr>
            <a:spLocks noGrp="1"/>
          </p:cNvSpPr>
          <p:nvPr>
            <p:ph type="body"/>
          </p:nvPr>
        </p:nvSpPr>
        <p:spPr>
          <a:xfrm>
            <a:off x="7214760" y="4725360"/>
            <a:ext cx="1586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7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body"/>
          </p:nvPr>
        </p:nvSpPr>
        <p:spPr>
          <a:xfrm>
            <a:off x="1300320" y="353880"/>
            <a:ext cx="4204440" cy="295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4894200" y="353880"/>
            <a:ext cx="3907440" cy="147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body"/>
          </p:nvPr>
        </p:nvSpPr>
        <p:spPr>
          <a:xfrm>
            <a:off x="4280400" y="1832400"/>
            <a:ext cx="2579400" cy="147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2222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4"/>
          <p:cNvSpPr>
            <a:spLocks noGrp="1"/>
          </p:cNvSpPr>
          <p:nvPr>
            <p:ph type="body"/>
          </p:nvPr>
        </p:nvSpPr>
        <p:spPr>
          <a:xfrm>
            <a:off x="5660280" y="1832400"/>
            <a:ext cx="2536920" cy="295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5"/>
          <p:cNvSpPr>
            <a:spLocks noGrp="1"/>
          </p:cNvSpPr>
          <p:nvPr>
            <p:ph type="body"/>
          </p:nvPr>
        </p:nvSpPr>
        <p:spPr>
          <a:xfrm>
            <a:off x="695520" y="3311280"/>
            <a:ext cx="5587200" cy="147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864;p79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9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A821D8-2BC4-48D7-A6DA-B2243077A9FF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1" r:id="rId2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F9ED8E-36ED-4940-896C-5BDD4AA77268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3" r:id="rId2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C2F30F-54E4-40F6-BE27-43173AD24DC5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5" r:id="rId2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E79378-6966-4EB7-9789-258135687E3C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7" r:id="rId2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45C842-BDB9-40C3-88F0-B7C95594F854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9" r:id="rId2"/>
  </p:sldLayoutIdLst>
</p:sldMaster>
</file>

<file path=ppt/slideMasters/slideMaster7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497160" y="160560"/>
            <a:ext cx="8487000" cy="148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2299680" y="3698280"/>
            <a:ext cx="4881960" cy="11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Google Shape;463;p49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49" name="Google Shape;467;p49"/>
          <p:cNvGrpSpPr/>
          <p:nvPr/>
        </p:nvGrpSpPr>
        <p:grpSpPr>
          <a:xfrm>
            <a:off x="998280" y="1024920"/>
            <a:ext cx="7835400" cy="2709000"/>
            <a:chOff x="998280" y="1024920"/>
            <a:chExt cx="7835400" cy="2709000"/>
          </a:xfrm>
        </p:grpSpPr>
        <p:sp>
          <p:nvSpPr>
            <p:cNvPr id="450" name="Google Shape;468;p49"/>
            <p:cNvSpPr/>
            <p:nvPr/>
          </p:nvSpPr>
          <p:spPr>
            <a:xfrm>
              <a:off x="998280" y="1439640"/>
              <a:ext cx="1892160" cy="189216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1" name="Google Shape;469;p49"/>
            <p:cNvSpPr/>
            <p:nvPr/>
          </p:nvSpPr>
          <p:spPr>
            <a:xfrm rot="19828200">
              <a:off x="2791440" y="1477440"/>
              <a:ext cx="2112120" cy="179568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2" name="Google Shape;470;p49"/>
            <p:cNvSpPr/>
            <p:nvPr/>
          </p:nvSpPr>
          <p:spPr>
            <a:xfrm rot="19301400">
              <a:off x="4591080" y="1562400"/>
              <a:ext cx="2301840" cy="163368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3" name="Google Shape;471;p49"/>
            <p:cNvSpPr/>
            <p:nvPr/>
          </p:nvSpPr>
          <p:spPr>
            <a:xfrm rot="19033800">
              <a:off x="6390720" y="1686960"/>
              <a:ext cx="2271240" cy="139464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1" r:id="rId2"/>
  </p:sldLayoutIdLst>
</p:sldMaster>
</file>

<file path=ppt/slideMasters/slideMaster7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58C265-B476-4C4A-8CDF-67E78E63FAAB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3" r:id="rId2"/>
  </p:sldLayoutIdLst>
</p:sldMaster>
</file>

<file path=ppt/slideMasters/slideMaster7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70BBAD-7E46-4A5C-8BBB-9D2A64EF871C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2"/>
  </p:sldLayoutIdLst>
</p:sldMaster>
</file>

<file path=ppt/slideMasters/slideMaster8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4E00BC-B4B5-4C3B-867E-F0731AAEBFFA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7" r:id="rId2"/>
  </p:sldLayoutIdLst>
</p:sldMaster>
</file>

<file path=ppt/slideMasters/slideMaster8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897;p88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14C2B1-37F9-486F-88A6-43C7D559A791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9" r:id="rId2"/>
  </p:sldLayoutIdLst>
</p:sldMaster>
</file>

<file path=ppt/slideMasters/slideMaster8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2D062D-EC92-4BC2-82A8-BF489B5E96A3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1" r:id="rId2"/>
  </p:sldLayoutIdLst>
</p:sldMaster>
</file>

<file path=ppt/slideMasters/slideMaster8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1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E88A21-8755-4447-A872-5709AC9260B9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3" r:id="rId2"/>
  </p:sldLayoutIdLst>
</p:sldMaster>
</file>

<file path=ppt/slideMasters/slideMaster8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677160" y="1832760"/>
            <a:ext cx="3216960" cy="14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962930-DF4D-46BE-A93F-E463D2A63D47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5" r:id="rId2"/>
  </p:sldLayoutIdLst>
</p:sldMaster>
</file>

<file path=ppt/slideMasters/slideMaster8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4737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body"/>
          </p:nvPr>
        </p:nvSpPr>
        <p:spPr>
          <a:xfrm>
            <a:off x="4992120" y="1152720"/>
            <a:ext cx="3840120" cy="341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A9CCC2-6A6B-4513-BCCF-3CBB6092E411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7" r:id="rId2"/>
  </p:sldLayoutIdLst>
</p:sldMaster>
</file>

<file path=ppt/slideMasters/slideMaster8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4BD18A-C07F-4DA3-B055-B895F4167232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 type="title"/>
          </p:nvPr>
        </p:nvSpPr>
        <p:spPr>
          <a:xfrm>
            <a:off x="483120" y="450000"/>
            <a:ext cx="8184240" cy="75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body"/>
          </p:nvPr>
        </p:nvSpPr>
        <p:spPr>
          <a:xfrm>
            <a:off x="483120" y="2237760"/>
            <a:ext cx="3619440" cy="23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4"/>
          <p:cNvSpPr>
            <a:spLocks noGrp="1"/>
          </p:cNvSpPr>
          <p:nvPr>
            <p:ph type="body"/>
          </p:nvPr>
        </p:nvSpPr>
        <p:spPr>
          <a:xfrm>
            <a:off x="5047920" y="2237760"/>
            <a:ext cx="3619440" cy="23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9" r:id="rId2"/>
  </p:sldLayoutIdLst>
</p:sldMaster>
</file>

<file path=ppt/slideMasters/slideMaster8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9DBDF7-5D11-4297-BDCA-BE1678374923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483120" y="2417400"/>
            <a:ext cx="2455200" cy="23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body"/>
          </p:nvPr>
        </p:nvSpPr>
        <p:spPr>
          <a:xfrm>
            <a:off x="3347640" y="2417400"/>
            <a:ext cx="2455200" cy="23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4"/>
          <p:cNvSpPr>
            <a:spLocks noGrp="1"/>
          </p:cNvSpPr>
          <p:nvPr>
            <p:ph type="body"/>
          </p:nvPr>
        </p:nvSpPr>
        <p:spPr>
          <a:xfrm>
            <a:off x="6212160" y="2417400"/>
            <a:ext cx="2455200" cy="23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PlaceHolder 5"/>
          <p:cNvSpPr>
            <a:spLocks noGrp="1"/>
          </p:cNvSpPr>
          <p:nvPr>
            <p:ph type="title"/>
          </p:nvPr>
        </p:nvSpPr>
        <p:spPr>
          <a:xfrm>
            <a:off x="483120" y="450000"/>
            <a:ext cx="8184240" cy="75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21" r:id="rId2"/>
  </p:sldLayoutIdLst>
</p:sldMaster>
</file>

<file path=ppt/slideMasters/slideMaster8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73;p50"/>
          <p:cNvSpPr/>
          <p:nvPr/>
        </p:nvSpPr>
        <p:spPr>
          <a:xfrm>
            <a:off x="-1080" y="0"/>
            <a:ext cx="457272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519840" y="145440"/>
            <a:ext cx="3907800" cy="14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519840" y="3804840"/>
            <a:ext cx="3907800" cy="11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body"/>
          </p:nvPr>
        </p:nvSpPr>
        <p:spPr>
          <a:xfrm>
            <a:off x="567000" y="1552680"/>
            <a:ext cx="3711960" cy="205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Google Shape;487;p50"/>
          <p:cNvSpPr/>
          <p:nvPr/>
        </p:nvSpPr>
        <p:spPr>
          <a:xfrm>
            <a:off x="-1080" y="0"/>
            <a:ext cx="348120" cy="5143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23" r:id="rId2"/>
  </p:sldLayoutIdLst>
</p:sldMaster>
</file>

<file path=ppt/slideMasters/slideMaster8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10E119-DEA8-4201-BFFA-37F75032F1EE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366840" y="1758960"/>
            <a:ext cx="3838320" cy="11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body"/>
          </p:nvPr>
        </p:nvSpPr>
        <p:spPr>
          <a:xfrm>
            <a:off x="4938840" y="1758960"/>
            <a:ext cx="3838320" cy="11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 type="body"/>
          </p:nvPr>
        </p:nvSpPr>
        <p:spPr>
          <a:xfrm>
            <a:off x="366840" y="3648600"/>
            <a:ext cx="3838320" cy="11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5"/>
          <p:cNvSpPr>
            <a:spLocks noGrp="1"/>
          </p:cNvSpPr>
          <p:nvPr>
            <p:ph type="body"/>
          </p:nvPr>
        </p:nvSpPr>
        <p:spPr>
          <a:xfrm>
            <a:off x="4938840" y="3648600"/>
            <a:ext cx="3838320" cy="11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6"/>
          <p:cNvSpPr>
            <a:spLocks noGrp="1"/>
          </p:cNvSpPr>
          <p:nvPr>
            <p:ph type="title"/>
          </p:nvPr>
        </p:nvSpPr>
        <p:spPr>
          <a:xfrm>
            <a:off x="366840" y="450000"/>
            <a:ext cx="8184240" cy="75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25" r:id="rId2"/>
  </p:sldLayoutIdLst>
</p:sldMaster>
</file>

<file path=ppt/slideMasters/slideMaster9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F68D06-BAEE-4F30-8968-8C81514A4DEB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body"/>
          </p:nvPr>
        </p:nvSpPr>
        <p:spPr>
          <a:xfrm>
            <a:off x="311760" y="1170360"/>
            <a:ext cx="8520120" cy="349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27" r:id="rId2"/>
  </p:sldLayoutIdLst>
</p:sldMaster>
</file>

<file path=ppt/slideMasters/slideMaster9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body"/>
          </p:nvPr>
        </p:nvSpPr>
        <p:spPr>
          <a:xfrm>
            <a:off x="311760" y="4080240"/>
            <a:ext cx="4027320" cy="9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4804920" y="1133280"/>
            <a:ext cx="4027320" cy="239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body"/>
          </p:nvPr>
        </p:nvSpPr>
        <p:spPr>
          <a:xfrm>
            <a:off x="311760" y="1133280"/>
            <a:ext cx="4027320" cy="239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4"/>
          <p:cNvSpPr>
            <a:spLocks noGrp="1"/>
          </p:cNvSpPr>
          <p:nvPr>
            <p:ph type="body"/>
          </p:nvPr>
        </p:nvSpPr>
        <p:spPr>
          <a:xfrm>
            <a:off x="4804920" y="4080240"/>
            <a:ext cx="4027320" cy="9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53FBD2-65CA-44B8-8D26-FB79293D6EE9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PlaceHolder 6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29" r:id="rId2"/>
  </p:sldLayoutIdLst>
</p:sldMaster>
</file>

<file path=ppt/slideMasters/slideMaster9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body"/>
          </p:nvPr>
        </p:nvSpPr>
        <p:spPr>
          <a:xfrm>
            <a:off x="311760" y="3911760"/>
            <a:ext cx="2626920" cy="101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205320" y="1128240"/>
            <a:ext cx="2626920" cy="227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body"/>
          </p:nvPr>
        </p:nvSpPr>
        <p:spPr>
          <a:xfrm>
            <a:off x="311760" y="1128240"/>
            <a:ext cx="2626920" cy="227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4"/>
          <p:cNvSpPr>
            <a:spLocks noGrp="1"/>
          </p:cNvSpPr>
          <p:nvPr>
            <p:ph type="body"/>
          </p:nvPr>
        </p:nvSpPr>
        <p:spPr>
          <a:xfrm>
            <a:off x="6205320" y="3911760"/>
            <a:ext cx="2626920" cy="101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5"/>
          <p:cNvSpPr>
            <a:spLocks noGrp="1"/>
          </p:cNvSpPr>
          <p:nvPr>
            <p:ph type="body"/>
          </p:nvPr>
        </p:nvSpPr>
        <p:spPr>
          <a:xfrm>
            <a:off x="3255120" y="1128240"/>
            <a:ext cx="2626920" cy="227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6"/>
          <p:cNvSpPr>
            <a:spLocks noGrp="1"/>
          </p:cNvSpPr>
          <p:nvPr>
            <p:ph type="body"/>
          </p:nvPr>
        </p:nvSpPr>
        <p:spPr>
          <a:xfrm>
            <a:off x="3255120" y="3911760"/>
            <a:ext cx="2626920" cy="101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7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571FCB-6E2F-4F26-B409-C360C35E9EE9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PlaceHolder 8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1" r:id="rId2"/>
  </p:sldLayoutIdLst>
</p:sldMaster>
</file>

<file path=ppt/slideMasters/slideMaster9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body"/>
          </p:nvPr>
        </p:nvSpPr>
        <p:spPr>
          <a:xfrm>
            <a:off x="311760" y="444960"/>
            <a:ext cx="8520120" cy="4218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2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04AF1D-75D0-40A7-81F3-68AFAE55EE49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3" r:id="rId2"/>
  </p:sldLayoutIdLst>
</p:sldMaster>
</file>

<file path=ppt/slideMasters/slideMaster9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Work Sans"/>
                <a:ea typeface="Work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576F1A-9E29-482C-AF35-1FCF33FF9DEF}" type="slidenum">
              <a:rPr b="0" lang="en" sz="1000" spc="-1" strike="noStrike">
                <a:solidFill>
                  <a:schemeClr val="dk2"/>
                </a:solidFill>
                <a:latin typeface="Work Sans"/>
                <a:ea typeface="Work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3389760" y="11880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body"/>
          </p:nvPr>
        </p:nvSpPr>
        <p:spPr>
          <a:xfrm>
            <a:off x="5195880" y="11880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4"/>
          <p:cNvSpPr>
            <a:spLocks noGrp="1"/>
          </p:cNvSpPr>
          <p:nvPr>
            <p:ph type="body"/>
          </p:nvPr>
        </p:nvSpPr>
        <p:spPr>
          <a:xfrm>
            <a:off x="7002360" y="11880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5"/>
          <p:cNvSpPr>
            <a:spLocks noGrp="1"/>
          </p:cNvSpPr>
          <p:nvPr>
            <p:ph type="body"/>
          </p:nvPr>
        </p:nvSpPr>
        <p:spPr>
          <a:xfrm>
            <a:off x="3389760" y="180432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6"/>
          <p:cNvSpPr>
            <a:spLocks noGrp="1"/>
          </p:cNvSpPr>
          <p:nvPr>
            <p:ph type="body"/>
          </p:nvPr>
        </p:nvSpPr>
        <p:spPr>
          <a:xfrm>
            <a:off x="5195880" y="180432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7"/>
          <p:cNvSpPr>
            <a:spLocks noGrp="1"/>
          </p:cNvSpPr>
          <p:nvPr>
            <p:ph type="body"/>
          </p:nvPr>
        </p:nvSpPr>
        <p:spPr>
          <a:xfrm>
            <a:off x="7002360" y="180432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8"/>
          <p:cNvSpPr>
            <a:spLocks noGrp="1"/>
          </p:cNvSpPr>
          <p:nvPr>
            <p:ph type="title"/>
          </p:nvPr>
        </p:nvSpPr>
        <p:spPr>
          <a:xfrm>
            <a:off x="351720" y="444960"/>
            <a:ext cx="2596320" cy="445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9"/>
          <p:cNvSpPr>
            <a:spLocks noGrp="1"/>
          </p:cNvSpPr>
          <p:nvPr>
            <p:ph type="body"/>
          </p:nvPr>
        </p:nvSpPr>
        <p:spPr>
          <a:xfrm>
            <a:off x="3389760" y="348948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10"/>
          <p:cNvSpPr>
            <a:spLocks noGrp="1"/>
          </p:cNvSpPr>
          <p:nvPr>
            <p:ph type="body"/>
          </p:nvPr>
        </p:nvSpPr>
        <p:spPr>
          <a:xfrm>
            <a:off x="5195880" y="348948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11"/>
          <p:cNvSpPr>
            <a:spLocks noGrp="1"/>
          </p:cNvSpPr>
          <p:nvPr>
            <p:ph type="body"/>
          </p:nvPr>
        </p:nvSpPr>
        <p:spPr>
          <a:xfrm>
            <a:off x="7002360" y="3489480"/>
            <a:ext cx="16434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5" r:id="rId2"/>
  </p:sldLayoutIdLst>
</p:sldMaster>
</file>

<file path=ppt/slideMasters/slideMaster9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495;p51"/>
          <p:cNvSpPr/>
          <p:nvPr/>
        </p:nvSpPr>
        <p:spPr>
          <a:xfrm>
            <a:off x="347040" y="0"/>
            <a:ext cx="422460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PlaceHolder 1"/>
          <p:cNvSpPr>
            <a:spLocks noGrp="1"/>
          </p:cNvSpPr>
          <p:nvPr>
            <p:ph type="body"/>
          </p:nvPr>
        </p:nvSpPr>
        <p:spPr>
          <a:xfrm>
            <a:off x="825840" y="286920"/>
            <a:ext cx="3090600" cy="456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 type="title"/>
          </p:nvPr>
        </p:nvSpPr>
        <p:spPr>
          <a:xfrm>
            <a:off x="4812120" y="192240"/>
            <a:ext cx="3989520" cy="89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Google Shape;499;p51"/>
          <p:cNvSpPr/>
          <p:nvPr/>
        </p:nvSpPr>
        <p:spPr>
          <a:xfrm>
            <a:off x="5414400" y="3069000"/>
            <a:ext cx="2949480" cy="157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02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55440" bIns="55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Google Shape;503;p51"/>
          <p:cNvSpPr/>
          <p:nvPr/>
        </p:nvSpPr>
        <p:spPr>
          <a:xfrm>
            <a:off x="5414400" y="3828600"/>
            <a:ext cx="2949480" cy="157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02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55440" bIns="55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Google Shape;507;p51"/>
          <p:cNvSpPr/>
          <p:nvPr/>
        </p:nvSpPr>
        <p:spPr>
          <a:xfrm>
            <a:off x="5414400" y="4588560"/>
            <a:ext cx="2949480" cy="157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02d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55440" bIns="55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Google Shape;508;p51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Google Shape;509;p51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7" r:id="rId2"/>
  </p:sldLayoutIdLst>
</p:sldMaster>
</file>

<file path=ppt/slideMasters/slideMaster9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328320" y="3596760"/>
            <a:ext cx="8487000" cy="148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739440" y="284040"/>
            <a:ext cx="865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body"/>
          </p:nvPr>
        </p:nvSpPr>
        <p:spPr>
          <a:xfrm>
            <a:off x="2382840" y="189360"/>
            <a:ext cx="1054440" cy="105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4"/>
          <p:cNvSpPr>
            <a:spLocks noGrp="1"/>
          </p:cNvSpPr>
          <p:nvPr>
            <p:ph type="body"/>
          </p:nvPr>
        </p:nvSpPr>
        <p:spPr>
          <a:xfrm>
            <a:off x="4120920" y="284040"/>
            <a:ext cx="1054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5"/>
          <p:cNvSpPr>
            <a:spLocks noGrp="1"/>
          </p:cNvSpPr>
          <p:nvPr>
            <p:ph type="body"/>
          </p:nvPr>
        </p:nvSpPr>
        <p:spPr>
          <a:xfrm>
            <a:off x="5757480" y="284040"/>
            <a:ext cx="110448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PlaceHolder 6"/>
          <p:cNvSpPr>
            <a:spLocks noGrp="1"/>
          </p:cNvSpPr>
          <p:nvPr>
            <p:ph type="body"/>
          </p:nvPr>
        </p:nvSpPr>
        <p:spPr>
          <a:xfrm>
            <a:off x="7564320" y="233640"/>
            <a:ext cx="966600" cy="96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7"/>
          <p:cNvSpPr>
            <a:spLocks noGrp="1"/>
          </p:cNvSpPr>
          <p:nvPr>
            <p:ph type="body"/>
          </p:nvPr>
        </p:nvSpPr>
        <p:spPr>
          <a:xfrm>
            <a:off x="739440" y="1634760"/>
            <a:ext cx="865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8"/>
          <p:cNvSpPr>
            <a:spLocks noGrp="1"/>
          </p:cNvSpPr>
          <p:nvPr>
            <p:ph type="body"/>
          </p:nvPr>
        </p:nvSpPr>
        <p:spPr>
          <a:xfrm>
            <a:off x="4215240" y="1634760"/>
            <a:ext cx="865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9"/>
          <p:cNvSpPr>
            <a:spLocks noGrp="1"/>
          </p:cNvSpPr>
          <p:nvPr>
            <p:ph type="body"/>
          </p:nvPr>
        </p:nvSpPr>
        <p:spPr>
          <a:xfrm>
            <a:off x="2357640" y="1634760"/>
            <a:ext cx="110448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10"/>
          <p:cNvSpPr>
            <a:spLocks noGrp="1"/>
          </p:cNvSpPr>
          <p:nvPr>
            <p:ph type="body"/>
          </p:nvPr>
        </p:nvSpPr>
        <p:spPr>
          <a:xfrm>
            <a:off x="5826600" y="1584360"/>
            <a:ext cx="966600" cy="96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PlaceHolder 11"/>
          <p:cNvSpPr>
            <a:spLocks noGrp="1"/>
          </p:cNvSpPr>
          <p:nvPr>
            <p:ph type="body"/>
          </p:nvPr>
        </p:nvSpPr>
        <p:spPr>
          <a:xfrm>
            <a:off x="7489080" y="1634760"/>
            <a:ext cx="110448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PlaceHolder 12"/>
          <p:cNvSpPr>
            <a:spLocks noGrp="1"/>
          </p:cNvSpPr>
          <p:nvPr>
            <p:ph type="body"/>
          </p:nvPr>
        </p:nvSpPr>
        <p:spPr>
          <a:xfrm>
            <a:off x="688680" y="2890800"/>
            <a:ext cx="966600" cy="96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13"/>
          <p:cNvSpPr>
            <a:spLocks noGrp="1"/>
          </p:cNvSpPr>
          <p:nvPr>
            <p:ph type="body"/>
          </p:nvPr>
        </p:nvSpPr>
        <p:spPr>
          <a:xfrm>
            <a:off x="2373480" y="2941560"/>
            <a:ext cx="1054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14"/>
          <p:cNvSpPr>
            <a:spLocks noGrp="1"/>
          </p:cNvSpPr>
          <p:nvPr>
            <p:ph type="body"/>
          </p:nvPr>
        </p:nvSpPr>
        <p:spPr>
          <a:xfrm>
            <a:off x="4095720" y="2941560"/>
            <a:ext cx="110448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PlaceHolder 15"/>
          <p:cNvSpPr>
            <a:spLocks noGrp="1"/>
          </p:cNvSpPr>
          <p:nvPr>
            <p:ph type="body"/>
          </p:nvPr>
        </p:nvSpPr>
        <p:spPr>
          <a:xfrm>
            <a:off x="5877000" y="2941560"/>
            <a:ext cx="865440" cy="8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PlaceHolder 16"/>
          <p:cNvSpPr>
            <a:spLocks noGrp="1"/>
          </p:cNvSpPr>
          <p:nvPr>
            <p:ph type="body"/>
          </p:nvPr>
        </p:nvSpPr>
        <p:spPr>
          <a:xfrm>
            <a:off x="7513920" y="2846880"/>
            <a:ext cx="1054440" cy="105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Google Shape;545;p52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9" r:id="rId2"/>
  </p:sldLayoutIdLst>
</p:sldMaster>
</file>

<file path=ppt/slideMasters/slideMaster9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0;p53"/>
          <p:cNvSpPr/>
          <p:nvPr/>
        </p:nvSpPr>
        <p:spPr>
          <a:xfrm>
            <a:off x="3276360" y="880560"/>
            <a:ext cx="2933640" cy="42627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Google Shape;551;p53"/>
          <p:cNvSpPr/>
          <p:nvPr/>
        </p:nvSpPr>
        <p:spPr>
          <a:xfrm>
            <a:off x="342360" y="880560"/>
            <a:ext cx="2933640" cy="42627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Google Shape;552;p53"/>
          <p:cNvSpPr/>
          <p:nvPr/>
        </p:nvSpPr>
        <p:spPr>
          <a:xfrm>
            <a:off x="6210000" y="880560"/>
            <a:ext cx="2933640" cy="4262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519840" y="145440"/>
            <a:ext cx="8441640" cy="65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575280" y="2156760"/>
            <a:ext cx="2425680" cy="188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title"/>
          </p:nvPr>
        </p:nvSpPr>
        <p:spPr>
          <a:xfrm>
            <a:off x="3454200" y="1603800"/>
            <a:ext cx="2567520" cy="12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PlaceHolder 4"/>
          <p:cNvSpPr>
            <a:spLocks noGrp="1"/>
          </p:cNvSpPr>
          <p:nvPr>
            <p:ph type="title"/>
          </p:nvPr>
        </p:nvSpPr>
        <p:spPr>
          <a:xfrm>
            <a:off x="3454200" y="8738640"/>
            <a:ext cx="2567520" cy="12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PlaceHolder 5"/>
          <p:cNvSpPr>
            <a:spLocks noGrp="1"/>
          </p:cNvSpPr>
          <p:nvPr>
            <p:ph type="title"/>
          </p:nvPr>
        </p:nvSpPr>
        <p:spPr>
          <a:xfrm>
            <a:off x="6393240" y="1603800"/>
            <a:ext cx="2567520" cy="12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Google Shape;561;p53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1" r:id="rId2"/>
  </p:sldLayoutIdLst>
</p:sldMaster>
</file>

<file path=ppt/slideMasters/slideMaster9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title"/>
          </p:nvPr>
        </p:nvSpPr>
        <p:spPr>
          <a:xfrm>
            <a:off x="347400" y="2071080"/>
            <a:ext cx="8651880" cy="100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Google Shape;568;p54"/>
          <p:cNvSpPr/>
          <p:nvPr/>
        </p:nvSpPr>
        <p:spPr>
          <a:xfrm>
            <a:off x="0" y="0"/>
            <a:ext cx="347040" cy="5143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1230120" y="1565640"/>
            <a:ext cx="6683400" cy="172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" sz="3800" spc="-1" strike="noStrike">
                <a:solidFill>
                  <a:schemeClr val="dk1"/>
                </a:solidFill>
                <a:latin typeface="Poppins"/>
                <a:ea typeface="Poppins"/>
              </a:rPr>
              <a:t>Still Cracking: WPA2 Prevalence and Password Weakness in 2026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2"/>
          <p:cNvSpPr>
            <a:spLocks noGrp="1"/>
          </p:cNvSpPr>
          <p:nvPr>
            <p:ph type="subTitle"/>
          </p:nvPr>
        </p:nvSpPr>
        <p:spPr>
          <a:xfrm>
            <a:off x="2423880" y="1122120"/>
            <a:ext cx="4346280" cy="4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400" spc="-1" strike="noStrike">
                <a:solidFill>
                  <a:schemeClr val="dk1"/>
                </a:solidFill>
                <a:latin typeface="Nunito Sans"/>
                <a:ea typeface="Nunito Sans"/>
              </a:rPr>
              <a:t>Dimitri Weaver</a:t>
            </a:r>
            <a:endParaRPr b="0" lang="en-US" sz="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Google Shape;996;p101"/>
          <p:cNvSpPr/>
          <p:nvPr/>
        </p:nvSpPr>
        <p:spPr>
          <a:xfrm>
            <a:off x="2927880" y="3637080"/>
            <a:ext cx="945720" cy="39996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000" spc="-1" strike="noStrike">
                <a:solidFill>
                  <a:schemeClr val="dk2"/>
                </a:solidFill>
                <a:latin typeface="Nunito Sans"/>
                <a:ea typeface="Nunito Sans"/>
              </a:rPr>
              <a:t>B-Sides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Google Shape;997;p101"/>
          <p:cNvSpPr/>
          <p:nvPr/>
        </p:nvSpPr>
        <p:spPr>
          <a:xfrm>
            <a:off x="3910680" y="3637080"/>
            <a:ext cx="1077120" cy="39996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000" spc="-1" strike="noStrike">
                <a:solidFill>
                  <a:schemeClr val="dk2"/>
                </a:solidFill>
                <a:latin typeface="Nunito Sans"/>
                <a:ea typeface="Nunito Sans"/>
              </a:rPr>
              <a:t>Buffalo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Google Shape;998;p101"/>
          <p:cNvSpPr/>
          <p:nvPr/>
        </p:nvSpPr>
        <p:spPr>
          <a:xfrm>
            <a:off x="5039280" y="3637080"/>
            <a:ext cx="1116360" cy="39996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000" spc="-1" strike="noStrike">
                <a:solidFill>
                  <a:schemeClr val="dk2"/>
                </a:solidFill>
                <a:latin typeface="Nunito Sans"/>
                <a:ea typeface="Nunito Sans"/>
              </a:rPr>
              <a:t>2026-06-06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Google Shape;999;p101"/>
          <p:cNvSpPr/>
          <p:nvPr/>
        </p:nvSpPr>
        <p:spPr>
          <a:xfrm rot="21204600">
            <a:off x="3110040" y="3198960"/>
            <a:ext cx="3041280" cy="280800"/>
          </a:xfrm>
          <a:custGeom>
            <a:avLst/>
            <a:gdLst>
              <a:gd name="textAreaLeft" fmla="*/ 0 w 3041280"/>
              <a:gd name="textAreaRight" fmla="*/ 3041640 w 3041280"/>
              <a:gd name="textAreaTop" fmla="*/ 0 h 280800"/>
              <a:gd name="textAreaBottom" fmla="*/ 281160 h 280800"/>
            </a:gdLst>
            <a:ahLst/>
            <a:rect l="textAreaLeft" t="textAreaTop" r="textAreaRight" b="textAreaBottom"/>
            <a:pathLst>
              <a:path w="182716" h="176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w="19050">
            <a:solidFill>
              <a:srgbClr val="30e8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Google Shape;1000;p101"/>
          <p:cNvSpPr/>
          <p:nvPr/>
        </p:nvSpPr>
        <p:spPr>
          <a:xfrm rot="21090600">
            <a:off x="4276080" y="3322440"/>
            <a:ext cx="1877400" cy="122760"/>
          </a:xfrm>
          <a:custGeom>
            <a:avLst/>
            <a:gdLst>
              <a:gd name="textAreaLeft" fmla="*/ 0 w 1877400"/>
              <a:gd name="textAreaRight" fmla="*/ 1877760 w 1877400"/>
              <a:gd name="textAreaTop" fmla="*/ 0 h 122760"/>
              <a:gd name="textAreaBottom" fmla="*/ 123120 h 122760"/>
            </a:gdLst>
            <a:ahLst/>
            <a:rect l="textAreaLeft" t="textAreaTop" r="textAreaRight" b="textAreaBottom"/>
            <a:pathLst>
              <a:path w="182716" h="176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w="19050">
            <a:solidFill>
              <a:srgbClr val="30e8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61560" bIns="615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1005;p102"/>
          <p:cNvSpPr/>
          <p:nvPr/>
        </p:nvSpPr>
        <p:spPr>
          <a:xfrm>
            <a:off x="3577320" y="536400"/>
            <a:ext cx="403920" cy="39996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Google Shape;1006;p102"/>
          <p:cNvSpPr/>
          <p:nvPr/>
        </p:nvSpPr>
        <p:spPr>
          <a:xfrm>
            <a:off x="3577320" y="1228680"/>
            <a:ext cx="403920" cy="39996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Google Shape;1007;p102"/>
          <p:cNvSpPr/>
          <p:nvPr/>
        </p:nvSpPr>
        <p:spPr>
          <a:xfrm>
            <a:off x="3577320" y="1920600"/>
            <a:ext cx="403920" cy="39996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Google Shape;1008;p102"/>
          <p:cNvSpPr/>
          <p:nvPr/>
        </p:nvSpPr>
        <p:spPr>
          <a:xfrm>
            <a:off x="3577320" y="2612880"/>
            <a:ext cx="403920" cy="39996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Google Shape;1009;p102"/>
          <p:cNvSpPr/>
          <p:nvPr/>
        </p:nvSpPr>
        <p:spPr>
          <a:xfrm>
            <a:off x="3577320" y="3304800"/>
            <a:ext cx="403920" cy="39996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Google Shape;1010;p102"/>
          <p:cNvSpPr/>
          <p:nvPr/>
        </p:nvSpPr>
        <p:spPr>
          <a:xfrm>
            <a:off x="3577320" y="3996720"/>
            <a:ext cx="403920" cy="39996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75" name="Google Shape;1011;p102"/>
          <p:cNvCxnSpPr/>
          <p:nvPr/>
        </p:nvCxnSpPr>
        <p:spPr>
          <a:xfrm>
            <a:off x="4087440" y="1082520"/>
            <a:ext cx="4770360" cy="360"/>
          </a:xfrm>
          <a:prstGeom prst="straightConnector1">
            <a:avLst/>
          </a:prstGeom>
          <a:ln w="9525">
            <a:solidFill>
              <a:srgbClr val="454b4b"/>
            </a:solidFill>
            <a:round/>
          </a:ln>
        </p:spPr>
      </p:cxnSp>
      <p:cxnSp>
        <p:nvCxnSpPr>
          <p:cNvPr id="576" name="Google Shape;1012;p102"/>
          <p:cNvCxnSpPr/>
          <p:nvPr/>
        </p:nvCxnSpPr>
        <p:spPr>
          <a:xfrm>
            <a:off x="4087440" y="1774440"/>
            <a:ext cx="4770360" cy="360"/>
          </a:xfrm>
          <a:prstGeom prst="straightConnector1">
            <a:avLst/>
          </a:prstGeom>
          <a:ln w="9525">
            <a:solidFill>
              <a:srgbClr val="454b4b"/>
            </a:solidFill>
            <a:round/>
          </a:ln>
        </p:spPr>
      </p:cxnSp>
      <p:cxnSp>
        <p:nvCxnSpPr>
          <p:cNvPr id="577" name="Google Shape;1013;p102"/>
          <p:cNvCxnSpPr/>
          <p:nvPr/>
        </p:nvCxnSpPr>
        <p:spPr>
          <a:xfrm>
            <a:off x="4087440" y="2466720"/>
            <a:ext cx="4770360" cy="360"/>
          </a:xfrm>
          <a:prstGeom prst="straightConnector1">
            <a:avLst/>
          </a:prstGeom>
          <a:ln w="9525">
            <a:solidFill>
              <a:srgbClr val="454b4b"/>
            </a:solidFill>
            <a:round/>
          </a:ln>
        </p:spPr>
      </p:cxnSp>
      <p:cxnSp>
        <p:nvCxnSpPr>
          <p:cNvPr id="578" name="Google Shape;1014;p102"/>
          <p:cNvCxnSpPr/>
          <p:nvPr/>
        </p:nvCxnSpPr>
        <p:spPr>
          <a:xfrm>
            <a:off x="4087440" y="3158640"/>
            <a:ext cx="4770360" cy="360"/>
          </a:xfrm>
          <a:prstGeom prst="straightConnector1">
            <a:avLst/>
          </a:prstGeom>
          <a:ln w="9525">
            <a:solidFill>
              <a:srgbClr val="454b4b"/>
            </a:solidFill>
            <a:round/>
          </a:ln>
        </p:spPr>
      </p:cxnSp>
      <p:cxnSp>
        <p:nvCxnSpPr>
          <p:cNvPr id="579" name="Google Shape;1015;p102"/>
          <p:cNvCxnSpPr/>
          <p:nvPr/>
        </p:nvCxnSpPr>
        <p:spPr>
          <a:xfrm>
            <a:off x="4087440" y="3850560"/>
            <a:ext cx="4770360" cy="360"/>
          </a:xfrm>
          <a:prstGeom prst="straightConnector1">
            <a:avLst/>
          </a:prstGeom>
          <a:ln w="9525">
            <a:solidFill>
              <a:srgbClr val="454b4b"/>
            </a:solidFill>
            <a:round/>
          </a:ln>
        </p:spPr>
      </p:cxnSp>
      <p:sp>
        <p:nvSpPr>
          <p:cNvPr id="580" name="PlaceHolder 1"/>
          <p:cNvSpPr>
            <a:spLocks noGrp="1"/>
          </p:cNvSpPr>
          <p:nvPr>
            <p:ph type="subTitle"/>
          </p:nvPr>
        </p:nvSpPr>
        <p:spPr>
          <a:xfrm>
            <a:off x="3584520" y="536400"/>
            <a:ext cx="403920" cy="39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chemeClr val="dk2"/>
                </a:solidFill>
                <a:latin typeface="Nunito Sans SemiBold"/>
                <a:ea typeface="Nunito Sans SemiBold"/>
              </a:rPr>
              <a:t>01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 type="subTitle"/>
          </p:nvPr>
        </p:nvSpPr>
        <p:spPr>
          <a:xfrm>
            <a:off x="3584520" y="1228680"/>
            <a:ext cx="403920" cy="39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chemeClr val="dk2"/>
                </a:solidFill>
                <a:latin typeface="Nunito Sans SemiBold"/>
                <a:ea typeface="Nunito Sans SemiBold"/>
              </a:rPr>
              <a:t>02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ubTitle"/>
          </p:nvPr>
        </p:nvSpPr>
        <p:spPr>
          <a:xfrm>
            <a:off x="3584520" y="1920600"/>
            <a:ext cx="403920" cy="39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chemeClr val="dk2"/>
                </a:solidFill>
                <a:latin typeface="Nunito Sans SemiBold"/>
                <a:ea typeface="Nunito Sans SemiBold"/>
              </a:rPr>
              <a:t>03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PlaceHolder 4"/>
          <p:cNvSpPr>
            <a:spLocks noGrp="1"/>
          </p:cNvSpPr>
          <p:nvPr>
            <p:ph type="subTitle"/>
          </p:nvPr>
        </p:nvSpPr>
        <p:spPr>
          <a:xfrm>
            <a:off x="3584520" y="2612880"/>
            <a:ext cx="403920" cy="39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chemeClr val="dk2"/>
                </a:solidFill>
                <a:latin typeface="Nunito Sans SemiBold"/>
                <a:ea typeface="Nunito Sans SemiBold"/>
              </a:rPr>
              <a:t>04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PlaceHolder 5"/>
          <p:cNvSpPr>
            <a:spLocks noGrp="1"/>
          </p:cNvSpPr>
          <p:nvPr>
            <p:ph type="subTitle"/>
          </p:nvPr>
        </p:nvSpPr>
        <p:spPr>
          <a:xfrm>
            <a:off x="3584520" y="3291480"/>
            <a:ext cx="403920" cy="39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chemeClr val="dk2"/>
                </a:solidFill>
                <a:latin typeface="Nunito Sans SemiBold"/>
                <a:ea typeface="Nunito Sans SemiBold"/>
              </a:rPr>
              <a:t>05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PlaceHolder 6"/>
          <p:cNvSpPr>
            <a:spLocks noGrp="1"/>
          </p:cNvSpPr>
          <p:nvPr>
            <p:ph type="subTitle"/>
          </p:nvPr>
        </p:nvSpPr>
        <p:spPr>
          <a:xfrm>
            <a:off x="3584520" y="3996720"/>
            <a:ext cx="403920" cy="39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chemeClr val="dk2"/>
                </a:solidFill>
                <a:latin typeface="Nunito Sans SemiBold"/>
                <a:ea typeface="Nunito Sans SemiBold"/>
              </a:rPr>
              <a:t>06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PlaceHolder 7"/>
          <p:cNvSpPr>
            <a:spLocks noGrp="1"/>
          </p:cNvSpPr>
          <p:nvPr>
            <p:ph type="subTitle"/>
          </p:nvPr>
        </p:nvSpPr>
        <p:spPr>
          <a:xfrm>
            <a:off x="3986280" y="510480"/>
            <a:ext cx="3858480" cy="4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Poppins SemiBold"/>
                <a:ea typeface="Poppins SemiBold"/>
              </a:rPr>
              <a:t>Introductions &amp; Disclaimer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PlaceHolder 8"/>
          <p:cNvSpPr>
            <a:spLocks noGrp="1"/>
          </p:cNvSpPr>
          <p:nvPr>
            <p:ph type="subTitle"/>
          </p:nvPr>
        </p:nvSpPr>
        <p:spPr>
          <a:xfrm>
            <a:off x="3986280" y="1202400"/>
            <a:ext cx="3858480" cy="4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Poppins SemiBold"/>
                <a:ea typeface="Poppins SemiBold"/>
              </a:rPr>
              <a:t>Foundational Wi-Fi &amp; Beacon Frames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PlaceHolder 9"/>
          <p:cNvSpPr>
            <a:spLocks noGrp="1"/>
          </p:cNvSpPr>
          <p:nvPr>
            <p:ph type="subTitle"/>
          </p:nvPr>
        </p:nvSpPr>
        <p:spPr>
          <a:xfrm>
            <a:off x="3986280" y="1894320"/>
            <a:ext cx="3858480" cy="4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Poppins SemiBold"/>
                <a:ea typeface="Poppins SemiBold"/>
              </a:rPr>
              <a:t>WPA2 Authentication &amp; 4-Way Handshake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PlaceHolder 10"/>
          <p:cNvSpPr>
            <a:spLocks noGrp="1"/>
          </p:cNvSpPr>
          <p:nvPr>
            <p:ph type="subTitle"/>
          </p:nvPr>
        </p:nvSpPr>
        <p:spPr>
          <a:xfrm>
            <a:off x="3986280" y="2586600"/>
            <a:ext cx="3858480" cy="4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Poppins SemiBold"/>
                <a:ea typeface="Poppins SemiBold"/>
              </a:rPr>
              <a:t>What is PMKID &amp; The 2018 Attack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PlaceHolder 11"/>
          <p:cNvSpPr>
            <a:spLocks noGrp="1"/>
          </p:cNvSpPr>
          <p:nvPr>
            <p:ph type="subTitle"/>
          </p:nvPr>
        </p:nvSpPr>
        <p:spPr>
          <a:xfrm>
            <a:off x="3986280" y="3278520"/>
            <a:ext cx="3858480" cy="4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Poppins SemiBold"/>
                <a:ea typeface="Poppins SemiBold"/>
              </a:rPr>
              <a:t>Real-World Stats: WiGLE &amp; Password Weakness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PlaceHolder 12"/>
          <p:cNvSpPr>
            <a:spLocks noGrp="1"/>
          </p:cNvSpPr>
          <p:nvPr>
            <p:ph type="subTitle"/>
          </p:nvPr>
        </p:nvSpPr>
        <p:spPr>
          <a:xfrm>
            <a:off x="3986280" y="3970440"/>
            <a:ext cx="3858480" cy="4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Poppins SemiBold"/>
                <a:ea typeface="Poppins SemiBold"/>
              </a:rPr>
              <a:t>The Road Not Taken: Phase 2 &amp; Mitigations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PlaceHolder 13"/>
          <p:cNvSpPr>
            <a:spLocks noGrp="1"/>
          </p:cNvSpPr>
          <p:nvPr>
            <p:ph type="title"/>
          </p:nvPr>
        </p:nvSpPr>
        <p:spPr>
          <a:xfrm>
            <a:off x="228600" y="257040"/>
            <a:ext cx="2925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800" spc="-1" strike="noStrike">
                <a:solidFill>
                  <a:schemeClr val="dk1"/>
                </a:solidFill>
                <a:latin typeface="Poppins"/>
                <a:ea typeface="Poppins"/>
              </a:rPr>
              <a:t>Agenda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Google Shape;1029;p102"/>
          <p:cNvSpPr/>
          <p:nvPr/>
        </p:nvSpPr>
        <p:spPr>
          <a:xfrm rot="189000">
            <a:off x="319680" y="856080"/>
            <a:ext cx="1439640" cy="45000"/>
          </a:xfrm>
          <a:custGeom>
            <a:avLst/>
            <a:gdLst>
              <a:gd name="textAreaLeft" fmla="*/ 0 w 1439640"/>
              <a:gd name="textAreaRight" fmla="*/ 1440000 w 1439640"/>
              <a:gd name="textAreaTop" fmla="*/ 0 h 45000"/>
              <a:gd name="textAreaBottom" fmla="*/ 45360 h 45000"/>
            </a:gdLst>
            <a:ahLst/>
            <a:rect l="textAreaLeft" t="textAreaTop" r="textAreaRight" b="textAreaBottom"/>
            <a:pathLst>
              <a:path w="57603" h="1814">
                <a:moveTo>
                  <a:pt x="0" y="1814"/>
                </a:moveTo>
                <a:cubicBezTo>
                  <a:pt x="19211" y="1814"/>
                  <a:pt x="38392" y="0"/>
                  <a:pt x="57603" y="0"/>
                </a:cubicBezTo>
              </a:path>
            </a:pathLst>
          </a:custGeom>
          <a:noFill/>
          <a:ln w="19050">
            <a:solidFill>
              <a:srgbClr val="30e8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PlaceHolder 14"/>
          <p:cNvSpPr>
            <a:spLocks noGrp="1"/>
          </p:cNvSpPr>
          <p:nvPr>
            <p:ph type="subTitle"/>
          </p:nvPr>
        </p:nvSpPr>
        <p:spPr>
          <a:xfrm>
            <a:off x="228600" y="4800240"/>
            <a:ext cx="111528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Confidential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06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800" spc="-1" strike="noStrike">
                <a:solidFill>
                  <a:schemeClr val="dk1"/>
                </a:solidFill>
                <a:latin typeface="Poppins"/>
                <a:ea typeface="Poppins"/>
              </a:rPr>
              <a:t>Meet the Speaker!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Google Shape;1036;p103"/>
          <p:cNvSpPr/>
          <p:nvPr/>
        </p:nvSpPr>
        <p:spPr>
          <a:xfrm>
            <a:off x="988560" y="2967480"/>
            <a:ext cx="1263960" cy="125820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PlaceHolder 2"/>
          <p:cNvSpPr>
            <a:spLocks noGrp="1"/>
          </p:cNvSpPr>
          <p:nvPr>
            <p:ph type="subTitle"/>
          </p:nvPr>
        </p:nvSpPr>
        <p:spPr>
          <a:xfrm>
            <a:off x="2316960" y="2953080"/>
            <a:ext cx="131436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b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chemeClr val="accent1"/>
                </a:solidFill>
                <a:latin typeface="Nunito Sans"/>
                <a:ea typeface="Nunito Sans"/>
              </a:rPr>
              <a:t>Dimitri Weaver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/>
          </p:nvPr>
        </p:nvSpPr>
        <p:spPr>
          <a:xfrm>
            <a:off x="2409480" y="3459240"/>
            <a:ext cx="2148480" cy="766080"/>
          </a:xfrm>
          <a:prstGeom prst="rect">
            <a:avLst/>
          </a:prstGeom>
          <a:noFill/>
          <a:ln w="0">
            <a:noFill/>
          </a:ln>
        </p:spPr>
        <p:txBody>
          <a:bodyPr lIns="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highlight>
                  <a:srgbClr val="1f1f1f"/>
                </a:highlight>
                <a:latin typeface="Nunito Sans"/>
                <a:ea typeface="Nunito Sans"/>
              </a:rPr>
              <a:t>Not great at acronyms, spelling, or sitting still. Great at asking uncomfortable questions.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Google Shape;1039;p103"/>
          <p:cNvSpPr/>
          <p:nvPr/>
        </p:nvSpPr>
        <p:spPr>
          <a:xfrm>
            <a:off x="4685400" y="1170000"/>
            <a:ext cx="1263960" cy="125820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4"/>
          <p:cNvSpPr>
            <a:spLocks noGrp="1"/>
          </p:cNvSpPr>
          <p:nvPr>
            <p:ph type="subTitle"/>
          </p:nvPr>
        </p:nvSpPr>
        <p:spPr>
          <a:xfrm>
            <a:off x="6014160" y="1155600"/>
            <a:ext cx="131436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b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chemeClr val="accent1"/>
                </a:solidFill>
                <a:latin typeface="Nunito Sans"/>
                <a:ea typeface="Nunito Sans"/>
              </a:rPr>
              <a:t>Dimitri Weaver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PlaceHolder 5"/>
          <p:cNvSpPr>
            <a:spLocks noGrp="1"/>
          </p:cNvSpPr>
          <p:nvPr>
            <p:ph/>
          </p:nvPr>
        </p:nvSpPr>
        <p:spPr>
          <a:xfrm>
            <a:off x="6111000" y="1661760"/>
            <a:ext cx="2148480" cy="766080"/>
          </a:xfrm>
          <a:prstGeom prst="rect">
            <a:avLst/>
          </a:prstGeom>
          <a:noFill/>
          <a:ln w="0">
            <a:noFill/>
          </a:ln>
        </p:spPr>
        <p:txBody>
          <a:bodyPr lIns="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highlight>
                  <a:srgbClr val="1f1f1f"/>
                </a:highlight>
                <a:latin typeface="Nunito Sans"/>
                <a:ea typeface="Nunito Sans"/>
              </a:rPr>
              <a:t>Former service member. Data analyst, helpdesk, sysadmin, &amp; a supervisor.  I break things in my free time.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Google Shape;1042;p103"/>
          <p:cNvSpPr/>
          <p:nvPr/>
        </p:nvSpPr>
        <p:spPr>
          <a:xfrm>
            <a:off x="4685400" y="2967480"/>
            <a:ext cx="1263960" cy="1258200"/>
          </a:xfrm>
          <a:prstGeom prst="roundRect">
            <a:avLst>
              <a:gd name="adj" fmla="val 16667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PlaceHolder 6"/>
          <p:cNvSpPr>
            <a:spLocks noGrp="1"/>
          </p:cNvSpPr>
          <p:nvPr>
            <p:ph type="subTitle"/>
          </p:nvPr>
        </p:nvSpPr>
        <p:spPr>
          <a:xfrm>
            <a:off x="6014160" y="2953080"/>
            <a:ext cx="131436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b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chemeClr val="accent1"/>
                </a:solidFill>
                <a:latin typeface="Nunito Sans"/>
                <a:ea typeface="Nunito Sans"/>
              </a:rPr>
              <a:t>Dimitri Weaver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PlaceHolder 7"/>
          <p:cNvSpPr>
            <a:spLocks noGrp="1"/>
          </p:cNvSpPr>
          <p:nvPr>
            <p:ph/>
          </p:nvPr>
        </p:nvSpPr>
        <p:spPr>
          <a:xfrm>
            <a:off x="6111000" y="3459240"/>
            <a:ext cx="2148480" cy="766080"/>
          </a:xfrm>
          <a:prstGeom prst="rect">
            <a:avLst/>
          </a:prstGeom>
          <a:noFill/>
          <a:ln w="0">
            <a:noFill/>
          </a:ln>
        </p:spPr>
        <p:txBody>
          <a:bodyPr lIns="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chemeClr val="dk1"/>
                </a:solidFill>
                <a:highlight>
                  <a:srgbClr val="1f1f1f"/>
                </a:highlight>
                <a:latin typeface="Nunito Sans"/>
                <a:ea typeface="Nunito Sans"/>
              </a:rPr>
              <a:t>I think like an attacker because I used to be one. Now I just do it with permission.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Google Shape;1045;p103"/>
          <p:cNvSpPr/>
          <p:nvPr/>
        </p:nvSpPr>
        <p:spPr>
          <a:xfrm>
            <a:off x="988560" y="1170000"/>
            <a:ext cx="1263960" cy="1258200"/>
          </a:xfrm>
          <a:prstGeom prst="roundRect">
            <a:avLst>
              <a:gd name="adj" fmla="val 16667"/>
            </a:avLst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8"/>
          <p:cNvSpPr>
            <a:spLocks noGrp="1"/>
          </p:cNvSpPr>
          <p:nvPr>
            <p:ph type="subTitle"/>
          </p:nvPr>
        </p:nvSpPr>
        <p:spPr>
          <a:xfrm>
            <a:off x="2316960" y="1155600"/>
            <a:ext cx="131436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0" anchor="b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chemeClr val="accent1"/>
                </a:solidFill>
                <a:latin typeface="Nunito Sans"/>
                <a:ea typeface="Nunito Sans"/>
              </a:rPr>
              <a:t>Dimitri Weaver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PlaceHolder 9"/>
          <p:cNvSpPr>
            <a:spLocks noGrp="1"/>
          </p:cNvSpPr>
          <p:nvPr>
            <p:ph/>
          </p:nvPr>
        </p:nvSpPr>
        <p:spPr>
          <a:xfrm>
            <a:off x="2409480" y="1661760"/>
            <a:ext cx="2148480" cy="766080"/>
          </a:xfrm>
          <a:prstGeom prst="rect">
            <a:avLst/>
          </a:prstGeom>
          <a:noFill/>
          <a:ln w="0">
            <a:noFill/>
          </a:ln>
        </p:spPr>
        <p:txBody>
          <a:bodyPr lIns="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highlight>
                  <a:srgbClr val="1f1f1f"/>
                </a:highlight>
                <a:latin typeface="Nunito Sans"/>
                <a:ea typeface="Nunito Sans"/>
              </a:rPr>
              <a:t>A kid at heart - curious about everything, sometimes things I probably shouldn't be.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08" name="Google Shape;1048;p103"/>
          <p:cNvGrpSpPr/>
          <p:nvPr/>
        </p:nvGrpSpPr>
        <p:grpSpPr>
          <a:xfrm>
            <a:off x="3736800" y="365400"/>
            <a:ext cx="543240" cy="265320"/>
            <a:chOff x="3736800" y="365400"/>
            <a:chExt cx="543240" cy="265320"/>
          </a:xfrm>
        </p:grpSpPr>
        <p:cxnSp>
          <p:nvCxnSpPr>
            <p:cNvPr id="609" name="Google Shape;1049;p103"/>
            <p:cNvCxnSpPr/>
            <p:nvPr/>
          </p:nvCxnSpPr>
          <p:spPr>
            <a:xfrm flipV="1">
              <a:off x="3736800" y="365400"/>
              <a:ext cx="208440" cy="141840"/>
            </a:xfrm>
            <a:prstGeom prst="straightConnector1">
              <a:avLst/>
            </a:prstGeom>
            <a:ln w="19050">
              <a:solidFill>
                <a:srgbClr val="30e8b0"/>
              </a:solidFill>
              <a:round/>
            </a:ln>
          </p:spPr>
        </p:cxnSp>
        <p:cxnSp>
          <p:nvCxnSpPr>
            <p:cNvPr id="610" name="Google Shape;1050;p103"/>
            <p:cNvCxnSpPr/>
            <p:nvPr/>
          </p:nvCxnSpPr>
          <p:spPr>
            <a:xfrm flipV="1">
              <a:off x="3752640" y="420840"/>
              <a:ext cx="527760" cy="145440"/>
            </a:xfrm>
            <a:prstGeom prst="straightConnector1">
              <a:avLst/>
            </a:prstGeom>
            <a:ln w="19050">
              <a:solidFill>
                <a:srgbClr val="30e8b0"/>
              </a:solidFill>
              <a:round/>
            </a:ln>
          </p:spPr>
        </p:cxnSp>
        <p:cxnSp>
          <p:nvCxnSpPr>
            <p:cNvPr id="611" name="Google Shape;1051;p103"/>
            <p:cNvCxnSpPr/>
            <p:nvPr/>
          </p:nvCxnSpPr>
          <p:spPr>
            <a:xfrm flipV="1">
              <a:off x="3774240" y="619920"/>
              <a:ext cx="258840" cy="11160"/>
            </a:xfrm>
            <a:prstGeom prst="straightConnector1">
              <a:avLst/>
            </a:prstGeom>
            <a:ln w="19050">
              <a:solidFill>
                <a:srgbClr val="30e8b0"/>
              </a:solidFill>
              <a:round/>
            </a:ln>
          </p:spPr>
        </p:cxnSp>
      </p:grpSp>
      <p:sp>
        <p:nvSpPr>
          <p:cNvPr id="612" name="PlaceHolder 10"/>
          <p:cNvSpPr>
            <a:spLocks noGrp="1"/>
          </p:cNvSpPr>
          <p:nvPr>
            <p:ph type="subTitle"/>
          </p:nvPr>
        </p:nvSpPr>
        <p:spPr>
          <a:xfrm>
            <a:off x="228600" y="4800240"/>
            <a:ext cx="111528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Confidential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ubTitle"/>
          </p:nvPr>
        </p:nvSpPr>
        <p:spPr>
          <a:xfrm rot="5400000">
            <a:off x="-590760" y="4140360"/>
            <a:ext cx="152892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Work Sans Medium"/>
                <a:ea typeface="Work Sans Medium"/>
              </a:rPr>
              <a:t>WARNING 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PlaceHolder 2"/>
          <p:cNvSpPr>
            <a:spLocks noGrp="1"/>
          </p:cNvSpPr>
          <p:nvPr>
            <p:ph type="title"/>
          </p:nvPr>
        </p:nvSpPr>
        <p:spPr>
          <a:xfrm>
            <a:off x="328320" y="991800"/>
            <a:ext cx="8487000" cy="315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8400" spc="-1" strike="noStrike">
                <a:solidFill>
                  <a:schemeClr val="dk1"/>
                </a:solidFill>
                <a:latin typeface="Unbounded"/>
                <a:ea typeface="Unbounded"/>
              </a:rPr>
              <a:t>WARNING!</a:t>
            </a:r>
            <a:endParaRPr b="0" lang="en-US" sz="8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8400" spc="-1" strike="noStrike">
                <a:solidFill>
                  <a:schemeClr val="dk1"/>
                </a:solidFill>
                <a:latin typeface="Unbounded"/>
                <a:ea typeface="Unbounded"/>
              </a:rPr>
              <a:t>ALERT!</a:t>
            </a:r>
            <a:endParaRPr b="0" lang="en-US" sz="8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ubTitle"/>
          </p:nvPr>
        </p:nvSpPr>
        <p:spPr>
          <a:xfrm>
            <a:off x="1568880" y="3519720"/>
            <a:ext cx="6005880" cy="50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Work Sans"/>
                <a:ea typeface="Work Sans"/>
              </a:rPr>
              <a:t>DANGER!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Work Sans"/>
                <a:ea typeface="Work Sans"/>
              </a:rPr>
              <a:t>DANGER!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PlaceHolder 4"/>
          <p:cNvSpPr>
            <a:spLocks noGrp="1"/>
          </p:cNvSpPr>
          <p:nvPr>
            <p:ph type="subTitle"/>
          </p:nvPr>
        </p:nvSpPr>
        <p:spPr>
          <a:xfrm rot="5400000">
            <a:off x="-634680" y="716040"/>
            <a:ext cx="16160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Work Sans Medium"/>
                <a:ea typeface="Work Sans Medium"/>
              </a:rPr>
              <a:t>WARNING 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5"/>
          <p:cNvSpPr>
            <a:spLocks noGrp="1"/>
          </p:cNvSpPr>
          <p:nvPr>
            <p:ph type="subTitle"/>
          </p:nvPr>
        </p:nvSpPr>
        <p:spPr>
          <a:xfrm rot="5400000">
            <a:off x="-578160" y="2397600"/>
            <a:ext cx="150300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Work Sans Medium"/>
                <a:ea typeface="Work Sans Medium"/>
              </a:rPr>
              <a:t>WARNING 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519840" y="145440"/>
            <a:ext cx="3907800" cy="289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dk1"/>
                </a:solidFill>
                <a:latin typeface="Unbounded"/>
                <a:ea typeface="Unbounded"/>
              </a:rPr>
              <a:t>DISCLAIMER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/>
          </p:nvPr>
        </p:nvSpPr>
        <p:spPr>
          <a:xfrm>
            <a:off x="519840" y="2142720"/>
            <a:ext cx="3622320" cy="198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pc="-1" strike="noStrike">
                <a:solidFill>
                  <a:schemeClr val="dk1"/>
                </a:solidFill>
                <a:latin typeface="Work Sans"/>
                <a:ea typeface="Work Sans"/>
              </a:rPr>
              <a:t>NEVER</a:t>
            </a:r>
            <a:r>
              <a:rPr b="0" lang="en" sz="2400" spc="-1" strike="noStrike">
                <a:solidFill>
                  <a:schemeClr val="dk1"/>
                </a:solidFill>
                <a:latin typeface="Work Sans"/>
                <a:ea typeface="Work Sans"/>
              </a:rPr>
              <a:t>, attempt </a:t>
            </a:r>
            <a:r>
              <a:rPr b="1" lang="en" sz="2400" spc="-1" strike="noStrike">
                <a:solidFill>
                  <a:schemeClr val="dk1"/>
                </a:solidFill>
                <a:latin typeface="Work Sans"/>
                <a:ea typeface="Work Sans"/>
              </a:rPr>
              <a:t>capture</a:t>
            </a:r>
            <a:r>
              <a:rPr b="0" lang="en" sz="2400" spc="-1" strike="noStrike">
                <a:solidFill>
                  <a:schemeClr val="dk1"/>
                </a:solidFill>
                <a:latin typeface="Work Sans"/>
                <a:ea typeface="Work Sans"/>
              </a:rPr>
              <a:t> or </a:t>
            </a:r>
            <a:r>
              <a:rPr b="1" lang="en" sz="2400" spc="-1" strike="noStrike">
                <a:solidFill>
                  <a:schemeClr val="dk1"/>
                </a:solidFill>
                <a:latin typeface="Work Sans"/>
                <a:ea typeface="Work Sans"/>
              </a:rPr>
              <a:t>cracking</a:t>
            </a:r>
            <a:r>
              <a:rPr b="0" lang="en" sz="2400" spc="-1" strike="noStrike">
                <a:solidFill>
                  <a:schemeClr val="dk1"/>
                </a:solidFill>
                <a:latin typeface="Work Sans"/>
                <a:ea typeface="Work Sans"/>
              </a:rPr>
              <a:t>  of captured hashes of access points you do not have </a:t>
            </a:r>
            <a:r>
              <a:rPr b="1" lang="en" sz="2400" spc="-1" strike="noStrike">
                <a:solidFill>
                  <a:schemeClr val="dk1"/>
                </a:solidFill>
                <a:latin typeface="Work Sans"/>
                <a:ea typeface="Work Sans"/>
              </a:rPr>
              <a:t>written consent</a:t>
            </a:r>
            <a:r>
              <a:rPr b="0" lang="en" sz="2400" spc="-1" strike="noStrike">
                <a:solidFill>
                  <a:schemeClr val="dk1"/>
                </a:solidFill>
                <a:latin typeface="Work Sans"/>
                <a:ea typeface="Work Sans"/>
              </a:rPr>
              <a:t> to do so.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dk1"/>
                </a:solidFill>
                <a:latin typeface="Work Sans"/>
                <a:ea typeface="Work Sans"/>
              </a:rPr>
              <a:t>Unless, you like </a:t>
            </a:r>
            <a:r>
              <a:rPr b="1" lang="en" sz="2400" spc="-1" strike="noStrike">
                <a:solidFill>
                  <a:schemeClr val="dk1"/>
                </a:solidFill>
                <a:latin typeface="Work Sans"/>
                <a:ea typeface="Work Sans"/>
              </a:rPr>
              <a:t>prison?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subTitle"/>
          </p:nvPr>
        </p:nvSpPr>
        <p:spPr>
          <a:xfrm>
            <a:off x="5473440" y="724320"/>
            <a:ext cx="3709800" cy="50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Work Sans"/>
                <a:ea typeface="Work Sans"/>
              </a:rPr>
              <a:t>CFAA (18 U.S.C. § 1030) and state equivalents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4"/>
          <p:cNvSpPr>
            <a:spLocks noGrp="1"/>
          </p:cNvSpPr>
          <p:nvPr>
            <p:ph type="subTitle"/>
          </p:nvPr>
        </p:nvSpPr>
        <p:spPr>
          <a:xfrm>
            <a:off x="5473440" y="1009080"/>
            <a:ext cx="3622320" cy="50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Work Sans"/>
                <a:ea typeface="Work Sans"/>
              </a:rPr>
              <a:t>Association with an AP without authorization is legally ambiguous and potentially prosecutable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5"/>
          <p:cNvSpPr>
            <a:spLocks noGrp="1"/>
          </p:cNvSpPr>
          <p:nvPr>
            <p:ph type="subTitle"/>
          </p:nvPr>
        </p:nvSpPr>
        <p:spPr>
          <a:xfrm>
            <a:off x="5473440" y="1512360"/>
            <a:ext cx="3709800" cy="50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Work Sans"/>
                <a:ea typeface="Work Sans"/>
              </a:rPr>
              <a:t>CFAA (18 U.S.C. § 1030)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PlaceHolder 6"/>
          <p:cNvSpPr>
            <a:spLocks noGrp="1"/>
          </p:cNvSpPr>
          <p:nvPr>
            <p:ph type="subTitle"/>
          </p:nvPr>
        </p:nvSpPr>
        <p:spPr>
          <a:xfrm>
            <a:off x="5473440" y="1796760"/>
            <a:ext cx="3622320" cy="50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Work Sans"/>
                <a:ea typeface="Work Sans"/>
              </a:rPr>
              <a:t>Accessing a computer without authorization is a federal crime. Association with an AP without consent is legally ambiguous and potentially prosecutable.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PlaceHolder 7"/>
          <p:cNvSpPr>
            <a:spLocks noGrp="1"/>
          </p:cNvSpPr>
          <p:nvPr>
            <p:ph type="subTitle"/>
          </p:nvPr>
        </p:nvSpPr>
        <p:spPr>
          <a:xfrm>
            <a:off x="5473440" y="2300040"/>
            <a:ext cx="3709800" cy="50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Work Sans"/>
                <a:ea typeface="Work Sans"/>
              </a:rPr>
              <a:t>ECPA (18 U.S.C. § 2511)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8"/>
          <p:cNvSpPr>
            <a:spLocks noGrp="1"/>
          </p:cNvSpPr>
          <p:nvPr>
            <p:ph type="subTitle"/>
          </p:nvPr>
        </p:nvSpPr>
        <p:spPr>
          <a:xfrm>
            <a:off x="5473440" y="2584800"/>
            <a:ext cx="3622320" cy="50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Work Sans"/>
                <a:ea typeface="Work Sans"/>
              </a:rPr>
              <a:t>Passive beacon receipt is protected under the public radio broadcast exception. Active PMKID capture occupies grayer legal territory.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9"/>
          <p:cNvSpPr>
            <a:spLocks noGrp="1"/>
          </p:cNvSpPr>
          <p:nvPr>
            <p:ph type="subTitle"/>
          </p:nvPr>
        </p:nvSpPr>
        <p:spPr>
          <a:xfrm>
            <a:off x="5473440" y="3087720"/>
            <a:ext cx="3709800" cy="50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Work Sans"/>
                <a:ea typeface="Work Sans"/>
              </a:rPr>
              <a:t>State Law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10"/>
          <p:cNvSpPr>
            <a:spLocks noGrp="1"/>
          </p:cNvSpPr>
          <p:nvPr>
            <p:ph type="subTitle"/>
          </p:nvPr>
        </p:nvSpPr>
        <p:spPr>
          <a:xfrm>
            <a:off x="5473440" y="3372480"/>
            <a:ext cx="3622320" cy="50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Work Sans"/>
                <a:ea typeface="Work Sans"/>
              </a:rPr>
              <a:t>NY Penal Law § 156 and equivalents in all 50 states add criminal exposure. Federal charges do not preempt state prosecution.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11"/>
          <p:cNvSpPr>
            <a:spLocks noGrp="1"/>
          </p:cNvSpPr>
          <p:nvPr>
            <p:ph type="subTitle"/>
          </p:nvPr>
        </p:nvSpPr>
        <p:spPr>
          <a:xfrm>
            <a:off x="5473440" y="3875760"/>
            <a:ext cx="3709800" cy="50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Work Sans"/>
                <a:ea typeface="Work Sans"/>
              </a:rPr>
              <a:t>DOJ Good-Faith Research Policy (2022)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12"/>
          <p:cNvSpPr>
            <a:spLocks noGrp="1"/>
          </p:cNvSpPr>
          <p:nvPr>
            <p:ph type="subTitle"/>
          </p:nvPr>
        </p:nvSpPr>
        <p:spPr>
          <a:xfrm>
            <a:off x="5473440" y="4160160"/>
            <a:ext cx="3622320" cy="50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Work Sans"/>
                <a:ea typeface="Work Sans"/>
              </a:rPr>
              <a:t>Good-faith security research should not be charged — but IRB approval, written authorization, and responsible disclosure are what establish good faith.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13"/>
          <p:cNvSpPr>
            <a:spLocks noGrp="1"/>
          </p:cNvSpPr>
          <p:nvPr>
            <p:ph type="subTitle"/>
          </p:nvPr>
        </p:nvSpPr>
        <p:spPr>
          <a:xfrm rot="5400000">
            <a:off x="-634680" y="716040"/>
            <a:ext cx="161604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Work Sans Medium"/>
                <a:ea typeface="Work Sans Medium"/>
              </a:rPr>
              <a:t>I am not a lawyer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14"/>
          <p:cNvSpPr>
            <a:spLocks noGrp="1"/>
          </p:cNvSpPr>
          <p:nvPr>
            <p:ph type="subTitle"/>
          </p:nvPr>
        </p:nvSpPr>
        <p:spPr>
          <a:xfrm rot="5400000">
            <a:off x="-590760" y="4140360"/>
            <a:ext cx="152892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Work Sans Medium"/>
                <a:ea typeface="Work Sans Medium"/>
              </a:rPr>
              <a:t>I am not a lawyer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15"/>
          <p:cNvSpPr>
            <a:spLocks noGrp="1"/>
          </p:cNvSpPr>
          <p:nvPr>
            <p:ph type="subTitle"/>
          </p:nvPr>
        </p:nvSpPr>
        <p:spPr>
          <a:xfrm rot="5400000">
            <a:off x="-578160" y="2397600"/>
            <a:ext cx="1503000" cy="3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chemeClr val="dk1"/>
                </a:solidFill>
                <a:latin typeface="Work Sans Medium"/>
                <a:ea typeface="Work Sans Medium"/>
              </a:rPr>
              <a:t>I am not a lawyer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/>
          </p:nvPr>
        </p:nvSpPr>
        <p:spPr>
          <a:xfrm>
            <a:off x="4899240" y="769320"/>
            <a:ext cx="3805920" cy="36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1900" spc="-1" strike="noStrike">
                <a:solidFill>
                  <a:schemeClr val="dk1"/>
                </a:solidFill>
                <a:latin typeface="Poppins"/>
                <a:ea typeface="Poppins"/>
              </a:rPr>
              <a:t>Password Assessment — Authorized Networks Only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dk1"/>
                </a:solidFill>
                <a:latin typeface="Nunito Sans"/>
                <a:ea typeface="Nunito Sans"/>
              </a:rPr>
              <a:t>Conducted entirely offline researcher-owned networks and consenting contacts with written authorization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dk1"/>
                </a:solidFill>
                <a:latin typeface="Nunito Sans"/>
                <a:ea typeface="Nunito Sans"/>
              </a:rPr>
              <a:t>Hashcat against captured hashes — RockYou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dk1"/>
                </a:solidFill>
                <a:latin typeface="Nunito Sans"/>
                <a:ea typeface="Nunito Sans"/>
              </a:rPr>
              <a:t>Credentials rotated by all participants post-study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799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2"/>
          <p:cNvSpPr>
            <a:spLocks noGrp="1"/>
          </p:cNvSpPr>
          <p:nvPr>
            <p:ph type="subTitle"/>
          </p:nvPr>
        </p:nvSpPr>
        <p:spPr>
          <a:xfrm>
            <a:off x="228600" y="4800240"/>
            <a:ext cx="111528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Confidential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Google Shape;1087;p106"/>
          <p:cNvSpPr/>
          <p:nvPr/>
        </p:nvSpPr>
        <p:spPr>
          <a:xfrm>
            <a:off x="600120" y="228600"/>
            <a:ext cx="8314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chemeClr val="dk1"/>
                </a:solidFill>
                <a:latin typeface="Poppins"/>
                <a:ea typeface="Poppins"/>
              </a:rPr>
              <a:t>Research Methodology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/>
          </p:nvPr>
        </p:nvSpPr>
        <p:spPr>
          <a:xfrm>
            <a:off x="520920" y="887760"/>
            <a:ext cx="3805920" cy="36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1900" spc="-1" strike="noStrike">
                <a:solidFill>
                  <a:schemeClr val="dk1"/>
                </a:solidFill>
                <a:latin typeface="Poppins"/>
                <a:ea typeface="Poppins"/>
              </a:rPr>
              <a:t>Population Survey — Passive, Legal in All Jurisdictions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chemeClr val="dk1"/>
                </a:solidFill>
                <a:latin typeface="Nunito Sans"/>
                <a:ea typeface="Nunito Sans"/>
              </a:rPr>
              <a:t>Kismet in monitor mode - beacon frames only, no association, no payload capture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chemeClr val="dk1"/>
                </a:solidFill>
                <a:latin typeface="Nunito Sans"/>
                <a:ea typeface="Nunito Sans"/>
              </a:rPr>
              <a:t>Captured: SSID, BSSID, RSN IE security capabilities, signal strength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chemeClr val="dk1"/>
                </a:solidFill>
                <a:latin typeface="Nunito Sans"/>
                <a:ea typeface="Nunito Sans"/>
              </a:rPr>
              <a:t>Target: ≥ 5,000 unique APs across a single US metro area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chemeClr val="dk1"/>
                </a:solidFill>
                <a:latin typeface="Nunito Sans"/>
                <a:ea typeface="Nunito Sans"/>
              </a:rPr>
              <a:t>No greater risk to subjects than WiGLE.net or Google Street View Wi-Fi collection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799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ubTitle"/>
          </p:nvPr>
        </p:nvSpPr>
        <p:spPr>
          <a:xfrm>
            <a:off x="228600" y="4800240"/>
            <a:ext cx="111528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Confidential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06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800" spc="-1" strike="noStrike">
                <a:solidFill>
                  <a:schemeClr val="dk1"/>
                </a:solidFill>
                <a:latin typeface="Poppins"/>
                <a:ea typeface="Poppins"/>
              </a:rPr>
              <a:t>Foundational Wi-Fi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Google Shape;1095;p107"/>
          <p:cNvSpPr/>
          <p:nvPr/>
        </p:nvSpPr>
        <p:spPr>
          <a:xfrm>
            <a:off x="247680" y="901800"/>
            <a:ext cx="87739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chemeClr val="dk1"/>
                </a:solidFill>
                <a:latin typeface="Poppins"/>
                <a:ea typeface="Poppins"/>
              </a:rPr>
              <a:t>10 times per second, every AP within range is announcing itself. No connection required.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Google Shape;1096;p107"/>
          <p:cNvSpPr/>
          <p:nvPr/>
        </p:nvSpPr>
        <p:spPr>
          <a:xfrm>
            <a:off x="200520" y="1700280"/>
            <a:ext cx="8742600" cy="17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30e8b0"/>
                </a:solidFill>
                <a:latin typeface="Poppins"/>
                <a:ea typeface="Poppins"/>
              </a:rPr>
              <a:t>SSID — the network name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30e8b0"/>
                </a:solidFill>
                <a:latin typeface="Poppins"/>
                <a:ea typeface="Poppins"/>
              </a:rPr>
              <a:t>BSSID — the AP's MAC address (first 3 bytes reveal the manufacturer)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30e8b0"/>
                </a:solidFill>
                <a:latin typeface="Poppins"/>
                <a:ea typeface="Poppins"/>
              </a:rPr>
              <a:t>RSN IE — security capabilities advertised by the AP: WPA/WPA2/WPA3, cipher suites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30e8b0"/>
                </a:solidFill>
                <a:latin typeface="Poppins"/>
                <a:ea typeface="Poppins"/>
              </a:rPr>
              <a:t>RSSI — signal strength, used as a proximity indicator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rgbClr val="30e8b0"/>
                </a:solidFill>
                <a:latin typeface="Poppins"/>
                <a:ea typeface="Poppins"/>
              </a:rPr>
              <a:t>Channel — operating frequency band (2.4 GHz / 5 GHz)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Google Shape;1097;p107"/>
          <p:cNvSpPr/>
          <p:nvPr/>
        </p:nvSpPr>
        <p:spPr>
          <a:xfrm>
            <a:off x="1040760" y="3443400"/>
            <a:ext cx="6384600" cy="150948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 w="9525">
            <a:solidFill>
              <a:srgbClr val="1f1f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700" spc="-1" strike="noStrike">
                <a:solidFill>
                  <a:srgbClr val="000000"/>
                </a:solidFill>
                <a:latin typeface="Nunito Sans"/>
                <a:ea typeface="Nunito Sans"/>
              </a:rPr>
              <a:t>Beacon frames are unencrypted and broadcast to all receivers by design - per IEEE 802.11.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700" spc="-1" strike="noStrike">
                <a:solidFill>
                  <a:srgbClr val="000000"/>
                </a:solidFill>
                <a:latin typeface="Nunito Sans"/>
                <a:ea typeface="Nunito Sans"/>
              </a:rPr>
              <a:t>No authentication or interaction with the network is required to receive them.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06720" cy="9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pc="-1" strike="noStrike">
                <a:solidFill>
                  <a:schemeClr val="dk1"/>
                </a:solidFill>
                <a:latin typeface="Poppins"/>
                <a:ea typeface="Poppins"/>
              </a:rPr>
              <a:t>Foundational Wi-Fi  Continued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Google Shape;1103;p108"/>
          <p:cNvSpPr/>
          <p:nvPr/>
        </p:nvSpPr>
        <p:spPr>
          <a:xfrm>
            <a:off x="559080" y="630360"/>
            <a:ext cx="8686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100" spc="-1" strike="noStrike">
                <a:solidFill>
                  <a:schemeClr val="dk1"/>
                </a:solidFill>
                <a:latin typeface="Arial"/>
                <a:ea typeface="Arial"/>
              </a:rPr>
              <a:t>WPA2 4-Way Handshake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Google Shape;1104;p108"/>
          <p:cNvSpPr/>
          <p:nvPr/>
        </p:nvSpPr>
        <p:spPr>
          <a:xfrm>
            <a:off x="457200" y="1257480"/>
            <a:ext cx="1599840" cy="456840"/>
          </a:xfrm>
          <a:prstGeom prst="rect">
            <a:avLst/>
          </a:prstGeom>
          <a:solidFill>
            <a:srgbClr val="1a1a2e"/>
          </a:solidFill>
          <a:ln w="9525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00e5ff"/>
                </a:solidFill>
                <a:latin typeface="Arial"/>
                <a:ea typeface="Arial"/>
              </a:rPr>
              <a:t>CLIENT (STA)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Google Shape;1105;p108"/>
          <p:cNvSpPr/>
          <p:nvPr/>
        </p:nvSpPr>
        <p:spPr>
          <a:xfrm>
            <a:off x="6172200" y="1257480"/>
            <a:ext cx="1599840" cy="456840"/>
          </a:xfrm>
          <a:prstGeom prst="rect">
            <a:avLst/>
          </a:prstGeom>
          <a:solidFill>
            <a:srgbClr val="1a1a2e"/>
          </a:solidFill>
          <a:ln w="9525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00e5ff"/>
                </a:solidFill>
                <a:latin typeface="Arial"/>
                <a:ea typeface="Arial"/>
              </a:rPr>
              <a:t>ACCESS POINT (AP)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Google Shape;1106;p108"/>
          <p:cNvSpPr/>
          <p:nvPr/>
        </p:nvSpPr>
        <p:spPr>
          <a:xfrm>
            <a:off x="1248480" y="1714680"/>
            <a:ext cx="45360" cy="285732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Google Shape;1107;p108"/>
          <p:cNvSpPr/>
          <p:nvPr/>
        </p:nvSpPr>
        <p:spPr>
          <a:xfrm>
            <a:off x="6949080" y="1714680"/>
            <a:ext cx="45360" cy="285732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Google Shape;1108;p108"/>
          <p:cNvSpPr/>
          <p:nvPr/>
        </p:nvSpPr>
        <p:spPr>
          <a:xfrm flipH="1">
            <a:off x="1293840" y="1934280"/>
            <a:ext cx="5654880" cy="245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Google Shape;1109;p108"/>
          <p:cNvSpPr/>
          <p:nvPr/>
        </p:nvSpPr>
        <p:spPr>
          <a:xfrm>
            <a:off x="2400480" y="1657440"/>
            <a:ext cx="43995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100" spc="-1" strike="noStrike">
                <a:solidFill>
                  <a:srgbClr val="ff6b35"/>
                </a:solidFill>
                <a:latin typeface="Arial"/>
                <a:ea typeface="Arial"/>
              </a:rPr>
              <a:t>MSG 1: ANonce (AP random nonce)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Google Shape;1110;p108"/>
          <p:cNvSpPr/>
          <p:nvPr/>
        </p:nvSpPr>
        <p:spPr>
          <a:xfrm>
            <a:off x="1293840" y="2531880"/>
            <a:ext cx="5654880" cy="245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Google Shape;1111;p108"/>
          <p:cNvSpPr/>
          <p:nvPr/>
        </p:nvSpPr>
        <p:spPr>
          <a:xfrm>
            <a:off x="2400480" y="2228760"/>
            <a:ext cx="43995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100" spc="-1" strike="noStrike">
                <a:solidFill>
                  <a:srgbClr val="4caf50"/>
                </a:solidFill>
                <a:latin typeface="Arial"/>
                <a:ea typeface="Arial"/>
              </a:rPr>
              <a:t>MSG 2: SNonce + MIC (proves PMK knowledge)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Google Shape;1112;p108"/>
          <p:cNvSpPr/>
          <p:nvPr/>
        </p:nvSpPr>
        <p:spPr>
          <a:xfrm flipH="1">
            <a:off x="1293840" y="3068280"/>
            <a:ext cx="5654880" cy="31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Google Shape;1113;p108"/>
          <p:cNvSpPr/>
          <p:nvPr/>
        </p:nvSpPr>
        <p:spPr>
          <a:xfrm>
            <a:off x="2400480" y="2800440"/>
            <a:ext cx="43995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100" spc="-1" strike="noStrike">
                <a:solidFill>
                  <a:srgbClr val="ff6b35"/>
                </a:solidFill>
                <a:latin typeface="Arial"/>
                <a:ea typeface="Arial"/>
              </a:rPr>
              <a:t>MSG 3: GTK + MIC (group key, encrypted)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Google Shape;1114;p108"/>
          <p:cNvSpPr/>
          <p:nvPr/>
        </p:nvSpPr>
        <p:spPr>
          <a:xfrm>
            <a:off x="1293840" y="3657240"/>
            <a:ext cx="5654880" cy="31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Google Shape;1115;p108"/>
          <p:cNvSpPr/>
          <p:nvPr/>
        </p:nvSpPr>
        <p:spPr>
          <a:xfrm>
            <a:off x="2400480" y="3371760"/>
            <a:ext cx="43995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100" spc="-1" strike="noStrike">
                <a:solidFill>
                  <a:srgbClr val="4caf50"/>
                </a:solidFill>
                <a:latin typeface="Arial"/>
                <a:ea typeface="Arial"/>
              </a:rPr>
              <a:t>MSG 4: ACK — session keys installed, encrypted traffic begins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Google Shape;1116;p108"/>
          <p:cNvSpPr/>
          <p:nvPr/>
        </p:nvSpPr>
        <p:spPr>
          <a:xfrm>
            <a:off x="228600" y="3982680"/>
            <a:ext cx="8686440" cy="456840"/>
          </a:xfrm>
          <a:prstGeom prst="rect">
            <a:avLst/>
          </a:prstGeom>
          <a:solidFill>
            <a:srgbClr val="1a1a2e"/>
          </a:solidFill>
          <a:ln w="9525">
            <a:solidFill>
              <a:srgbClr val="f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2880" rIns="1828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100" spc="-1" strike="noStrike">
                <a:solidFill>
                  <a:srgbClr val="ff4444"/>
                </a:solidFill>
                <a:latin typeface="Arial"/>
                <a:ea typeface="Arial"/>
              </a:rPr>
              <a:t>ATTACKER NOTE:  </a:t>
            </a:r>
            <a:r>
              <a:rPr b="0" lang="en" sz="1100" spc="-1" strike="noStrike">
                <a:solidFill>
                  <a:srgbClr val="ffffff"/>
                </a:solidFill>
                <a:latin typeface="Arial"/>
                <a:ea typeface="Arial"/>
              </a:rPr>
              <a:t>All 4 frames are observable in plaintext on the RF medium. PSK is never sent — but capturing MSG1+MSG2 gives everything needed to test password guesses offline. The crypto is not broken. The password is.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Google Shape;1117;p108"/>
          <p:cNvSpPr/>
          <p:nvPr/>
        </p:nvSpPr>
        <p:spPr>
          <a:xfrm>
            <a:off x="7143840" y="1895400"/>
            <a:ext cx="1885320" cy="176184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7160" rIns="137160" tIns="13716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900" spc="-1" strike="noStrike">
                <a:solidFill>
                  <a:srgbClr val="333333"/>
                </a:solidFill>
                <a:latin typeface="Arial"/>
                <a:ea typeface="Arial"/>
              </a:rPr>
              <a:t>KEY DERIVATION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" sz="800" spc="-1" strike="noStrike">
                <a:solidFill>
                  <a:srgbClr val="555555"/>
                </a:solidFill>
                <a:latin typeface="Arial"/>
                <a:ea typeface="Arial"/>
              </a:rPr>
              <a:t>PSK (password) + SSID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pc="-1" strike="noStrike">
                <a:solidFill>
                  <a:srgbClr val="ff6b35"/>
                </a:solidFill>
                <a:latin typeface="Arial"/>
                <a:ea typeface="Arial"/>
              </a:rPr>
              <a:t>↓ </a:t>
            </a:r>
            <a:r>
              <a:rPr b="1" lang="en" sz="800" spc="-1" strike="noStrike">
                <a:solidFill>
                  <a:srgbClr val="ff6b35"/>
                </a:solidFill>
                <a:latin typeface="Arial"/>
                <a:ea typeface="Arial"/>
              </a:rPr>
              <a:t>PBKDF2-SHA1 (4,096 iter)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555555"/>
                </a:solidFill>
                <a:latin typeface="Arial"/>
                <a:ea typeface="Arial"/>
              </a:rPr>
              <a:t>PMK (256-bit)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800" spc="-1" strike="noStrike">
                <a:solidFill>
                  <a:srgbClr val="ff6b35"/>
                </a:solidFill>
                <a:latin typeface="Arial"/>
                <a:ea typeface="Arial"/>
              </a:rPr>
              <a:t>↓ </a:t>
            </a:r>
            <a:r>
              <a:rPr b="1" lang="en" sz="800" spc="-1" strike="noStrike">
                <a:solidFill>
                  <a:srgbClr val="ff6b35"/>
                </a:solidFill>
                <a:latin typeface="Arial"/>
                <a:ea typeface="Arial"/>
              </a:rPr>
              <a:t>PRF-512 (PMK + nonces + MACs)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rgbClr val="555555"/>
                </a:solidFill>
                <a:latin typeface="Arial"/>
                <a:ea typeface="Arial"/>
              </a:rPr>
              <a:t>PTK (session key)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i="1" lang="en" sz="750" spc="-1" strike="noStrike">
                <a:solidFill>
                  <a:srgbClr val="888888"/>
                </a:solidFill>
                <a:latin typeface="Arial"/>
                <a:ea typeface="Arial"/>
              </a:rPr>
              <a:t>PTK = KEK + KCK + TK. Used for unicast encryption and MIC verification.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2"/>
          <p:cNvSpPr>
            <a:spLocks noGrp="1"/>
          </p:cNvSpPr>
          <p:nvPr>
            <p:ph type="subTitle"/>
          </p:nvPr>
        </p:nvSpPr>
        <p:spPr>
          <a:xfrm>
            <a:off x="228600" y="4800240"/>
            <a:ext cx="111528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Confidential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228600" y="198360"/>
            <a:ext cx="283428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" sz="1950" spc="-1" strike="noStrike">
                <a:solidFill>
                  <a:srgbClr val="dadada"/>
                </a:solidFill>
                <a:highlight>
                  <a:srgbClr val="1e1e1e"/>
                </a:highlight>
                <a:latin typeface="Roboto"/>
                <a:ea typeface="Roboto"/>
              </a:rPr>
              <a:t>What is PMKID?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60" name="Google Shape;1124;p109"/>
          <p:cNvCxnSpPr/>
          <p:nvPr/>
        </p:nvCxnSpPr>
        <p:spPr>
          <a:xfrm>
            <a:off x="4856040" y="1667160"/>
            <a:ext cx="3962160" cy="360"/>
          </a:xfrm>
          <a:prstGeom prst="straightConnector1">
            <a:avLst/>
          </a:prstGeom>
          <a:ln w="9525">
            <a:solidFill>
              <a:srgbClr val="30e8b0"/>
            </a:solidFill>
            <a:round/>
          </a:ln>
        </p:spPr>
      </p:cxnSp>
      <p:cxnSp>
        <p:nvCxnSpPr>
          <p:cNvPr id="661" name="Google Shape;1125;p109"/>
          <p:cNvCxnSpPr/>
          <p:nvPr/>
        </p:nvCxnSpPr>
        <p:spPr>
          <a:xfrm>
            <a:off x="4856040" y="3026160"/>
            <a:ext cx="3962160" cy="360"/>
          </a:xfrm>
          <a:prstGeom prst="straightConnector1">
            <a:avLst/>
          </a:prstGeom>
          <a:ln w="9525">
            <a:solidFill>
              <a:srgbClr val="30e8b0"/>
            </a:solidFill>
            <a:round/>
          </a:ln>
        </p:spPr>
      </p:cxnSp>
      <p:sp>
        <p:nvSpPr>
          <p:cNvPr id="662" name="PlaceHolder 2"/>
          <p:cNvSpPr>
            <a:spLocks noGrp="1"/>
          </p:cNvSpPr>
          <p:nvPr>
            <p:ph/>
          </p:nvPr>
        </p:nvSpPr>
        <p:spPr>
          <a:xfrm>
            <a:off x="4819680" y="3547800"/>
            <a:ext cx="4095720" cy="5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Nunito Sans"/>
                <a:ea typeface="Nunito Sans"/>
              </a:rPr>
              <a:t>In 2018, Jens Steube - author of hashcat - discovered you can request the PMKID directly from the AP. No connected client. No deauth. One frame.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/>
          </p:nvPr>
        </p:nvSpPr>
        <p:spPr>
          <a:xfrm>
            <a:off x="4856400" y="2130480"/>
            <a:ext cx="4095720" cy="5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Nunito Sans"/>
                <a:ea typeface="Nunito Sans"/>
              </a:rPr>
              <a:t>PMKID = HMAC-SHA1-128(PMK, "PMK Name" | MAC_AP | MAC_STA)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Nunito Sans"/>
                <a:ea typeface="Nunito Sans"/>
              </a:rPr>
              <a:t>The PMK comes from your password. The MACs are public. The PMKID is in the air.</a:t>
            </a:r>
            <a:r>
              <a:rPr b="0" lang="en" sz="1100" spc="-1" strike="noStrike">
                <a:solidFill>
                  <a:schemeClr val="dk1"/>
                </a:solidFill>
                <a:latin typeface="Nunito Sans"/>
                <a:ea typeface="Nunito Sans"/>
              </a:rPr>
              <a:t>	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4"/>
          <p:cNvSpPr>
            <a:spLocks noGrp="1"/>
          </p:cNvSpPr>
          <p:nvPr>
            <p:ph/>
          </p:nvPr>
        </p:nvSpPr>
        <p:spPr>
          <a:xfrm>
            <a:off x="4819680" y="713520"/>
            <a:ext cx="4095720" cy="5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Nunito Sans"/>
                <a:ea typeface="Nunito Sans"/>
              </a:rPr>
              <a:t>The PMKID - Pairwise Master Key Identifier - is a unique value the AP computes and includes in MSG 1 of the 4-Way Handshake. Originally designed to speed up roaming.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5"/>
          <p:cNvSpPr>
            <a:spLocks noGrp="1"/>
          </p:cNvSpPr>
          <p:nvPr>
            <p:ph type="subTitle"/>
          </p:nvPr>
        </p:nvSpPr>
        <p:spPr>
          <a:xfrm>
            <a:off x="228600" y="4800240"/>
            <a:ext cx="111528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Confidential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228600" y="198360"/>
            <a:ext cx="2925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" sz="1950" spc="-1" strike="noStrike">
                <a:solidFill>
                  <a:srgbClr val="dadada"/>
                </a:solidFill>
                <a:highlight>
                  <a:srgbClr val="1e1e1e"/>
                </a:highlight>
                <a:latin typeface="Roboto"/>
                <a:ea typeface="Roboto"/>
              </a:rPr>
              <a:t>What is PMKID Continued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2"/>
          <p:cNvSpPr>
            <a:spLocks noGrp="1"/>
          </p:cNvSpPr>
          <p:nvPr>
            <p:ph/>
          </p:nvPr>
        </p:nvSpPr>
        <p:spPr>
          <a:xfrm>
            <a:off x="4819680" y="713520"/>
            <a:ext cx="4095720" cy="5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Nunito Sans"/>
                <a:ea typeface="Nunito Sans"/>
              </a:rPr>
              <a:t>PMKID = HMAC-SHA1-128(PMK, "PMK Name" ‖ AA ‖ SPA)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/>
          </p:nvPr>
        </p:nvSpPr>
        <p:spPr>
          <a:xfrm>
            <a:off x="4819680" y="1301040"/>
            <a:ext cx="4095720" cy="5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7520">
              <a:lnSpc>
                <a:spcPct val="115000"/>
              </a:lnSpc>
              <a:buClr>
                <a:srgbClr val="30e8b0"/>
              </a:buClr>
              <a:buFont typeface="Poppins"/>
              <a:buChar char="●"/>
            </a:pPr>
            <a:r>
              <a:rPr b="1" lang="en" sz="1400" spc="-1" strike="noStrike">
                <a:solidFill>
                  <a:srgbClr val="30e8b0"/>
                </a:solidFill>
                <a:latin typeface="Poppins"/>
                <a:ea typeface="Poppins"/>
              </a:rPr>
              <a:t>AA - Authenticator Address. The AP's MAC address. Public. In every beacon frame.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30e8b0"/>
              </a:buClr>
              <a:buFont typeface="Poppins"/>
              <a:buChar char="●"/>
            </a:pPr>
            <a:r>
              <a:rPr b="1" lang="en" sz="1400" spc="-1" strike="noStrike">
                <a:solidFill>
                  <a:srgbClr val="30e8b0"/>
                </a:solidFill>
                <a:latin typeface="Poppins"/>
                <a:ea typeface="Poppins"/>
              </a:rPr>
              <a:t>SPA - Supplicant Address. The client's MAC address. Public. Visible to any observer.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30e8b0"/>
              </a:buClr>
              <a:buFont typeface="Poppins"/>
              <a:buChar char="●"/>
            </a:pPr>
            <a:r>
              <a:rPr b="1" lang="en" sz="1400" spc="-1" strike="noStrike">
                <a:solidFill>
                  <a:srgbClr val="30e8b0"/>
                </a:solidFill>
                <a:latin typeface="Poppins"/>
                <a:ea typeface="Poppins"/>
              </a:rPr>
              <a:t>PMK - Derived from your password. The only secret in the formula.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PlaceHolder 4"/>
          <p:cNvSpPr>
            <a:spLocks noGrp="1"/>
          </p:cNvSpPr>
          <p:nvPr>
            <p:ph type="subTitle"/>
          </p:nvPr>
        </p:nvSpPr>
        <p:spPr>
          <a:xfrm>
            <a:off x="228600" y="4800240"/>
            <a:ext cx="111528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Confidential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70" name="Google Shape;1138;p110"/>
          <p:cNvGrpSpPr/>
          <p:nvPr/>
        </p:nvGrpSpPr>
        <p:grpSpPr>
          <a:xfrm>
            <a:off x="2059200" y="443880"/>
            <a:ext cx="1148400" cy="1024560"/>
            <a:chOff x="2059200" y="443880"/>
            <a:chExt cx="1148400" cy="1024560"/>
          </a:xfrm>
        </p:grpSpPr>
        <p:sp>
          <p:nvSpPr>
            <p:cNvPr id="671" name="Google Shape;1139;p110"/>
            <p:cNvSpPr/>
            <p:nvPr/>
          </p:nvSpPr>
          <p:spPr>
            <a:xfrm rot="2218800">
              <a:off x="2095920" y="716400"/>
              <a:ext cx="1067040" cy="479160"/>
            </a:xfrm>
            <a:custGeom>
              <a:avLst/>
              <a:gdLst>
                <a:gd name="textAreaLeft" fmla="*/ 0 w 1067040"/>
                <a:gd name="textAreaRight" fmla="*/ 1067400 w 1067040"/>
                <a:gd name="textAreaTop" fmla="*/ 0 h 479160"/>
                <a:gd name="textAreaBottom" fmla="*/ 479520 h 479160"/>
              </a:gdLst>
              <a:ahLst/>
              <a:rect l="textAreaLeft" t="textAreaTop" r="textAreaRight" b="textAreaBottom"/>
              <a:pathLst>
                <a:path fill="none" w="3883" h="1744">
                  <a:moveTo>
                    <a:pt x="0" y="1420"/>
                  </a:moveTo>
                  <a:cubicBezTo>
                    <a:pt x="462" y="1126"/>
                    <a:pt x="912" y="851"/>
                    <a:pt x="1468" y="790"/>
                  </a:cubicBezTo>
                  <a:cubicBezTo>
                    <a:pt x="1812" y="752"/>
                    <a:pt x="2204" y="794"/>
                    <a:pt x="2498" y="989"/>
                  </a:cubicBezTo>
                  <a:cubicBezTo>
                    <a:pt x="2624" y="1069"/>
                    <a:pt x="2761" y="1202"/>
                    <a:pt x="2746" y="1370"/>
                  </a:cubicBezTo>
                  <a:cubicBezTo>
                    <a:pt x="2735" y="1511"/>
                    <a:pt x="2605" y="1641"/>
                    <a:pt x="2479" y="1694"/>
                  </a:cubicBezTo>
                  <a:cubicBezTo>
                    <a:pt x="2410" y="1729"/>
                    <a:pt x="2307" y="1744"/>
                    <a:pt x="2258" y="1671"/>
                  </a:cubicBezTo>
                  <a:cubicBezTo>
                    <a:pt x="2128" y="1496"/>
                    <a:pt x="2353" y="1191"/>
                    <a:pt x="2449" y="1057"/>
                  </a:cubicBezTo>
                  <a:cubicBezTo>
                    <a:pt x="2807" y="558"/>
                    <a:pt x="3330" y="234"/>
                    <a:pt x="3883" y="1"/>
                  </a:cubicBezTo>
                </a:path>
              </a:pathLst>
            </a:custGeom>
            <a:noFill/>
            <a:ln cap="rnd"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2" name="Google Shape;1140;p110"/>
            <p:cNvSpPr/>
            <p:nvPr/>
          </p:nvSpPr>
          <p:spPr>
            <a:xfrm rot="2218800">
              <a:off x="3119040" y="1062720"/>
              <a:ext cx="46080" cy="10152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101520"/>
                <a:gd name="textAreaBottom" fmla="*/ 101880 h 101520"/>
              </a:gdLst>
              <a:ahLst/>
              <a:rect l="textAreaLeft" t="textAreaTop" r="textAreaRight" b="textAreaBottom"/>
              <a:pathLst>
                <a:path fill="none" w="169" h="371">
                  <a:moveTo>
                    <a:pt x="169" y="1"/>
                  </a:moveTo>
                  <a:cubicBezTo>
                    <a:pt x="100" y="108"/>
                    <a:pt x="1" y="237"/>
                    <a:pt x="39" y="371"/>
                  </a:cubicBezTo>
                </a:path>
              </a:pathLst>
            </a:custGeom>
            <a:noFill/>
            <a:ln cap="rnd"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3" name="Google Shape;1141;p110"/>
            <p:cNvSpPr/>
            <p:nvPr/>
          </p:nvSpPr>
          <p:spPr>
            <a:xfrm rot="2218800">
              <a:off x="3090600" y="1031040"/>
              <a:ext cx="124560" cy="16560"/>
            </a:xfrm>
            <a:custGeom>
              <a:avLst/>
              <a:gdLst>
                <a:gd name="textAreaLeft" fmla="*/ 0 w 124560"/>
                <a:gd name="textAreaRight" fmla="*/ 124920 w 124560"/>
                <a:gd name="textAreaTop" fmla="*/ 0 h 16560"/>
                <a:gd name="textAreaBottom" fmla="*/ 16920 h 16560"/>
              </a:gdLst>
              <a:ahLst/>
              <a:rect l="textAreaLeft" t="textAreaTop" r="textAreaRight" b="textAreaBottom"/>
              <a:pathLst>
                <a:path fill="none" w="455" h="62">
                  <a:moveTo>
                    <a:pt x="454" y="62"/>
                  </a:moveTo>
                  <a:cubicBezTo>
                    <a:pt x="298" y="58"/>
                    <a:pt x="157" y="28"/>
                    <a:pt x="0" y="1"/>
                  </a:cubicBezTo>
                </a:path>
              </a:pathLst>
            </a:custGeom>
            <a:noFill/>
            <a:ln cap="rnd"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74" name="Google Shape;1142;p110"/>
          <p:cNvSpPr/>
          <p:nvPr/>
        </p:nvSpPr>
        <p:spPr>
          <a:xfrm>
            <a:off x="4924800" y="3556800"/>
            <a:ext cx="3713760" cy="135468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 w="9525">
            <a:solidFill>
              <a:srgbClr val="1f1f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Nunito Sans"/>
                <a:ea typeface="Nunito Sans"/>
              </a:rPr>
              <a:t>Two of the three inputs are already public. The PMKID can be computed by anyone who knows the password — which means it can be tested against password guesses.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228600" y="198360"/>
            <a:ext cx="2925720" cy="145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" sz="1950" spc="-1" strike="noStrike">
                <a:solidFill>
                  <a:srgbClr val="dadada"/>
                </a:solidFill>
                <a:highlight>
                  <a:srgbClr val="1e1e1e"/>
                </a:highlight>
                <a:latin typeface="Roboto"/>
                <a:ea typeface="Roboto"/>
              </a:rPr>
              <a:t>PMKID Security Vulnerabilities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76" name="Google Shape;1148;p111"/>
          <p:cNvCxnSpPr/>
          <p:nvPr/>
        </p:nvCxnSpPr>
        <p:spPr>
          <a:xfrm>
            <a:off x="4821480" y="1468800"/>
            <a:ext cx="3962160" cy="360"/>
          </a:xfrm>
          <a:prstGeom prst="straightConnector1">
            <a:avLst/>
          </a:prstGeom>
          <a:ln w="9525">
            <a:solidFill>
              <a:srgbClr val="30e8b0"/>
            </a:solidFill>
            <a:round/>
          </a:ln>
        </p:spPr>
      </p:cxnSp>
      <p:grpSp>
        <p:nvGrpSpPr>
          <p:cNvPr id="677" name="Google Shape;1149;p111"/>
          <p:cNvGrpSpPr/>
          <p:nvPr/>
        </p:nvGrpSpPr>
        <p:grpSpPr>
          <a:xfrm>
            <a:off x="2059200" y="443880"/>
            <a:ext cx="1148400" cy="1024560"/>
            <a:chOff x="2059200" y="443880"/>
            <a:chExt cx="1148400" cy="1024560"/>
          </a:xfrm>
        </p:grpSpPr>
        <p:sp>
          <p:nvSpPr>
            <p:cNvPr id="678" name="Google Shape;1150;p111"/>
            <p:cNvSpPr/>
            <p:nvPr/>
          </p:nvSpPr>
          <p:spPr>
            <a:xfrm rot="2218800">
              <a:off x="2095920" y="716400"/>
              <a:ext cx="1067040" cy="479160"/>
            </a:xfrm>
            <a:custGeom>
              <a:avLst/>
              <a:gdLst>
                <a:gd name="textAreaLeft" fmla="*/ 0 w 1067040"/>
                <a:gd name="textAreaRight" fmla="*/ 1067400 w 1067040"/>
                <a:gd name="textAreaTop" fmla="*/ 0 h 479160"/>
                <a:gd name="textAreaBottom" fmla="*/ 479520 h 479160"/>
              </a:gdLst>
              <a:ahLst/>
              <a:rect l="textAreaLeft" t="textAreaTop" r="textAreaRight" b="textAreaBottom"/>
              <a:pathLst>
                <a:path fill="none" w="3883" h="1744">
                  <a:moveTo>
                    <a:pt x="0" y="1420"/>
                  </a:moveTo>
                  <a:cubicBezTo>
                    <a:pt x="462" y="1126"/>
                    <a:pt x="912" y="851"/>
                    <a:pt x="1468" y="790"/>
                  </a:cubicBezTo>
                  <a:cubicBezTo>
                    <a:pt x="1812" y="752"/>
                    <a:pt x="2204" y="794"/>
                    <a:pt x="2498" y="989"/>
                  </a:cubicBezTo>
                  <a:cubicBezTo>
                    <a:pt x="2624" y="1069"/>
                    <a:pt x="2761" y="1202"/>
                    <a:pt x="2746" y="1370"/>
                  </a:cubicBezTo>
                  <a:cubicBezTo>
                    <a:pt x="2735" y="1511"/>
                    <a:pt x="2605" y="1641"/>
                    <a:pt x="2479" y="1694"/>
                  </a:cubicBezTo>
                  <a:cubicBezTo>
                    <a:pt x="2410" y="1729"/>
                    <a:pt x="2307" y="1744"/>
                    <a:pt x="2258" y="1671"/>
                  </a:cubicBezTo>
                  <a:cubicBezTo>
                    <a:pt x="2128" y="1496"/>
                    <a:pt x="2353" y="1191"/>
                    <a:pt x="2449" y="1057"/>
                  </a:cubicBezTo>
                  <a:cubicBezTo>
                    <a:pt x="2807" y="558"/>
                    <a:pt x="3330" y="234"/>
                    <a:pt x="3883" y="1"/>
                  </a:cubicBezTo>
                </a:path>
              </a:pathLst>
            </a:custGeom>
            <a:noFill/>
            <a:ln cap="rnd"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9" name="Google Shape;1151;p111"/>
            <p:cNvSpPr/>
            <p:nvPr/>
          </p:nvSpPr>
          <p:spPr>
            <a:xfrm rot="2218800">
              <a:off x="3119040" y="1062720"/>
              <a:ext cx="46080" cy="10152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101520"/>
                <a:gd name="textAreaBottom" fmla="*/ 101880 h 101520"/>
              </a:gdLst>
              <a:ahLst/>
              <a:rect l="textAreaLeft" t="textAreaTop" r="textAreaRight" b="textAreaBottom"/>
              <a:pathLst>
                <a:path fill="none" w="169" h="371">
                  <a:moveTo>
                    <a:pt x="169" y="1"/>
                  </a:moveTo>
                  <a:cubicBezTo>
                    <a:pt x="100" y="108"/>
                    <a:pt x="1" y="237"/>
                    <a:pt x="39" y="371"/>
                  </a:cubicBezTo>
                </a:path>
              </a:pathLst>
            </a:custGeom>
            <a:noFill/>
            <a:ln cap="rnd"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0" name="Google Shape;1152;p111"/>
            <p:cNvSpPr/>
            <p:nvPr/>
          </p:nvSpPr>
          <p:spPr>
            <a:xfrm rot="2218800">
              <a:off x="3090600" y="1031040"/>
              <a:ext cx="124560" cy="16560"/>
            </a:xfrm>
            <a:custGeom>
              <a:avLst/>
              <a:gdLst>
                <a:gd name="textAreaLeft" fmla="*/ 0 w 124560"/>
                <a:gd name="textAreaRight" fmla="*/ 124920 w 124560"/>
                <a:gd name="textAreaTop" fmla="*/ 0 h 16560"/>
                <a:gd name="textAreaBottom" fmla="*/ 16920 h 16560"/>
              </a:gdLst>
              <a:ahLst/>
              <a:rect l="textAreaLeft" t="textAreaTop" r="textAreaRight" b="textAreaBottom"/>
              <a:pathLst>
                <a:path fill="none" w="455" h="62">
                  <a:moveTo>
                    <a:pt x="454" y="62"/>
                  </a:moveTo>
                  <a:cubicBezTo>
                    <a:pt x="298" y="58"/>
                    <a:pt x="157" y="28"/>
                    <a:pt x="0" y="1"/>
                  </a:cubicBezTo>
                </a:path>
              </a:pathLst>
            </a:custGeom>
            <a:noFill/>
            <a:ln cap="rnd"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81" name="Google Shape;1153;p111"/>
          <p:cNvSpPr/>
          <p:nvPr/>
        </p:nvSpPr>
        <p:spPr>
          <a:xfrm>
            <a:off x="4708080" y="1571400"/>
            <a:ext cx="947520" cy="34704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900" spc="-1" strike="noStrike">
                <a:solidFill>
                  <a:schemeClr val="dk2"/>
                </a:solidFill>
                <a:latin typeface="Poppins SemiBold"/>
                <a:ea typeface="Poppins SemiBold"/>
              </a:rPr>
              <a:t>The Attack Chain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PlaceHolder 2"/>
          <p:cNvSpPr>
            <a:spLocks noGrp="1"/>
          </p:cNvSpPr>
          <p:nvPr>
            <p:ph/>
          </p:nvPr>
        </p:nvSpPr>
        <p:spPr>
          <a:xfrm>
            <a:off x="4660920" y="2021040"/>
            <a:ext cx="4095720" cy="5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1200" spc="-1" strike="noStrike">
                <a:solidFill>
                  <a:srgbClr val="30e8b0"/>
                </a:solidFill>
                <a:latin typeface="Poppins"/>
                <a:ea typeface="Poppins"/>
              </a:rPr>
              <a:t>Step 1 : Run hcxdumptool targeting the AP. A single association request elicits EAPOL MSG 1 containing the PMKID. No connected client required. No deauth sent.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1200" spc="-1" strike="noStrike">
                <a:solidFill>
                  <a:srgbClr val="30e8b0"/>
                </a:solidFill>
                <a:latin typeface="Poppins"/>
                <a:ea typeface="Poppins"/>
              </a:rPr>
              <a:t>Step 2 : Convert the capture with hcxpcapngtool to .hc22000 format.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1200" spc="-1" strike="noStrike">
                <a:solidFill>
                  <a:srgbClr val="30e8b0"/>
                </a:solidFill>
                <a:latin typeface="Poppins"/>
                <a:ea typeface="Poppins"/>
              </a:rPr>
              <a:t>Step 3 : Run hashcat -m 22000 against a wordlist. Each guess = one PBKDF2-SHA1 computation. Weak password = game over. Fully offline. Zero detection.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/>
          </p:nvPr>
        </p:nvSpPr>
        <p:spPr>
          <a:xfrm>
            <a:off x="4708080" y="983520"/>
            <a:ext cx="4095720" cy="5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Nunito Sans"/>
                <a:ea typeface="Nunito Sans"/>
              </a:rPr>
              <a:t>Discovered in 2018 by Jens "Atom" Steube - the author of hashcat - while researching WPA3.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PlaceHolder 4"/>
          <p:cNvSpPr>
            <a:spLocks noGrp="1"/>
          </p:cNvSpPr>
          <p:nvPr>
            <p:ph type="subTitle"/>
          </p:nvPr>
        </p:nvSpPr>
        <p:spPr>
          <a:xfrm>
            <a:off x="228600" y="4800240"/>
            <a:ext cx="111528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Confidential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70672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pc="-1" strike="noStrike">
                <a:solidFill>
                  <a:schemeClr val="dk1"/>
                </a:solidFill>
                <a:latin typeface="Poppins"/>
                <a:ea typeface="Poppins"/>
              </a:rPr>
              <a:t>Real-World Stats: WiGLE &amp; Password Weakness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Google Shape;1162;p112"/>
          <p:cNvSpPr/>
          <p:nvPr/>
        </p:nvSpPr>
        <p:spPr>
          <a:xfrm>
            <a:off x="228600" y="1600200"/>
            <a:ext cx="2742840" cy="1028520"/>
          </a:xfrm>
          <a:prstGeom prst="rect">
            <a:avLst/>
          </a:prstGeom>
          <a:solidFill>
            <a:srgbClr val="1a1a2e"/>
          </a:solidFill>
          <a:ln w="9525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4800" spc="-1" strike="noStrike">
                <a:solidFill>
                  <a:srgbClr val="00e5ff"/>
                </a:solidFill>
                <a:latin typeface="Arial"/>
                <a:ea typeface="Arial"/>
              </a:rPr>
              <a:t>74.76%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cccccc"/>
                </a:solidFill>
                <a:latin typeface="Arial"/>
                <a:ea typeface="Arial"/>
              </a:rPr>
              <a:t>of observed networks run WPA2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Google Shape;1163;p112"/>
          <p:cNvSpPr/>
          <p:nvPr/>
        </p:nvSpPr>
        <p:spPr>
          <a:xfrm>
            <a:off x="3200400" y="1600200"/>
            <a:ext cx="2742840" cy="1028520"/>
          </a:xfrm>
          <a:prstGeom prst="rect">
            <a:avLst/>
          </a:prstGeom>
          <a:solidFill>
            <a:srgbClr val="1a1a2e"/>
          </a:solidFill>
          <a:ln w="9525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4800" spc="-1" strike="noStrike">
                <a:solidFill>
                  <a:srgbClr val="4caf50"/>
                </a:solidFill>
                <a:latin typeface="Arial"/>
                <a:ea typeface="Arial"/>
              </a:rPr>
              <a:t>3.22%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cccccc"/>
                </a:solidFill>
                <a:latin typeface="Arial"/>
                <a:ea typeface="Arial"/>
              </a:rPr>
              <a:t>of observed networks run WPA3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Google Shape;1164;p112"/>
          <p:cNvSpPr/>
          <p:nvPr/>
        </p:nvSpPr>
        <p:spPr>
          <a:xfrm>
            <a:off x="6172200" y="1600200"/>
            <a:ext cx="2742840" cy="1028520"/>
          </a:xfrm>
          <a:prstGeom prst="rect">
            <a:avLst/>
          </a:prstGeom>
          <a:solidFill>
            <a:srgbClr val="1a1a2e"/>
          </a:solidFill>
          <a:ln w="9525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4800" spc="-1" strike="noStrike">
                <a:solidFill>
                  <a:srgbClr val="ff6b35"/>
                </a:solidFill>
                <a:latin typeface="Arial"/>
                <a:ea typeface="Arial"/>
              </a:rPr>
              <a:t>1.73B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cccccc"/>
                </a:solidFill>
                <a:latin typeface="Arial"/>
                <a:ea typeface="Arial"/>
              </a:rPr>
              <a:t>unique Wi-Fi networks in WiGLE database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Google Shape;1165;p112"/>
          <p:cNvSpPr/>
          <p:nvPr/>
        </p:nvSpPr>
        <p:spPr>
          <a:xfrm>
            <a:off x="228600" y="2742840"/>
            <a:ext cx="8686440" cy="16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ffffff"/>
                </a:solidFill>
                <a:latin typeface="Arial"/>
                <a:ea typeface="Arial"/>
              </a:rPr>
              <a:t>Password Weakness: What the Research Says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" sz="1000" spc="-1" strike="noStrike">
                <a:solidFill>
                  <a:srgbClr val="e8e8e8"/>
                </a:solidFill>
                <a:latin typeface="Arial"/>
                <a:ea typeface="Arial"/>
              </a:rPr>
              <a:t>Lim et al. (arXiv, Jan 2025) collected 3,352 WPA2 password hashes from live access points in Singapore.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" sz="1000" spc="-1" strike="noStrike">
                <a:solidFill>
                  <a:srgbClr val="e8e8e8"/>
                </a:solidFill>
                <a:latin typeface="Arial"/>
                <a:ea typeface="Arial"/>
              </a:rPr>
              <a:t>Of those, 16% were recovered using dictionary and mask attacks in the study window. 8-digit numeric passphrases were broken in under 10 minutes. The study found widespread use of manufacturer default credentials and purely numeric passwords.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" sz="1000" spc="-1" strike="noStrike">
                <a:solidFill>
                  <a:srgbClr val="e8e8e8"/>
                </a:solidFill>
                <a:latin typeface="Arial"/>
                <a:ea typeface="Arial"/>
              </a:rPr>
              <a:t>GPU crack times (DeepStrike, 2025): A 12-GPU RTX 5090 rig brute-forces an 8-character lowercase password in ~3 weeks.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" sz="1000" spc="-1" strike="noStrike">
                <a:solidFill>
                  <a:srgbClr val="e8e8e8"/>
                </a:solidFill>
                <a:latin typeface="Arial"/>
                <a:ea typeface="Arial"/>
              </a:rPr>
              <a:t>With wordlists and rules, common passwords fall in minutes. A 12+ character random passphrase resists current cracking capabilities.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PlaceHolder 2"/>
          <p:cNvSpPr>
            <a:spLocks noGrp="1"/>
          </p:cNvSpPr>
          <p:nvPr>
            <p:ph type="subTitle"/>
          </p:nvPr>
        </p:nvSpPr>
        <p:spPr>
          <a:xfrm>
            <a:off x="228600" y="4800240"/>
            <a:ext cx="111528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Confidential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pc="-1" strike="noStrike">
                <a:solidFill>
                  <a:schemeClr val="dk1"/>
                </a:solidFill>
                <a:latin typeface="Poppins"/>
                <a:ea typeface="Poppins"/>
              </a:rPr>
              <a:t>The Road Not Taken: Phase 2 &amp; The Right Way To Do This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Google Shape;1172;p113"/>
          <p:cNvSpPr/>
          <p:nvPr/>
        </p:nvSpPr>
        <p:spPr>
          <a:xfrm>
            <a:off x="228600" y="1371600"/>
            <a:ext cx="4114440" cy="3200040"/>
          </a:xfrm>
          <a:prstGeom prst="rect">
            <a:avLst/>
          </a:prstGeom>
          <a:solidFill>
            <a:srgbClr val="f8f8f8"/>
          </a:solidFill>
          <a:ln w="9525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4caf50"/>
                </a:solidFill>
                <a:latin typeface="Arial"/>
                <a:ea typeface="Arial"/>
              </a:rPr>
              <a:t>Phase 1 DONE: Passive Survey (US City)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" sz="1000" spc="-1" strike="noStrike">
                <a:solidFill>
                  <a:srgbClr val="333333"/>
                </a:solidFill>
                <a:latin typeface="Arial"/>
                <a:ea typeface="Arial"/>
              </a:rPr>
              <a:t>Kismet in monitor mode, public streets only. Collected SSID, BSSID, RSN IE, signal strength. No payload capture. No association. No PMKID collection. Fully legal in all jurisdictions.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000" spc="-1" strike="noStrike">
                <a:solidFill>
                  <a:srgbClr val="333333"/>
                </a:solidFill>
                <a:latin typeface="Arial"/>
                <a:ea typeface="Arial"/>
              </a:rPr>
              <a:t>Results show WPA2 still dominant. Vendor OUI analysis reveals high-risk ISP-provisioned hardware. Full city-level data — location withheld per research protocol.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000" spc="-1" strike="noStrike">
                <a:solidFill>
                  <a:srgbClr val="333333"/>
                </a:solidFill>
                <a:latin typeface="Arial"/>
                <a:ea typeface="Arial"/>
              </a:rPr>
              <a:t>I stopped here. Phase 2 required authorization I did not have before this talk.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Google Shape;1173;p113"/>
          <p:cNvSpPr/>
          <p:nvPr/>
        </p:nvSpPr>
        <p:spPr>
          <a:xfrm>
            <a:off x="4571280" y="1371600"/>
            <a:ext cx="4343040" cy="3200040"/>
          </a:xfrm>
          <a:prstGeom prst="rect">
            <a:avLst/>
          </a:prstGeom>
          <a:solidFill>
            <a:srgbClr val="1a1a2e"/>
          </a:solidFill>
          <a:ln w="9525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ff6b35"/>
                </a:solidFill>
                <a:latin typeface="Arial"/>
                <a:ea typeface="Arial"/>
              </a:rPr>
              <a:t>Phase 2: Active PMKID Collection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" sz="1000" spc="-1" strike="noStrike">
                <a:solidFill>
                  <a:srgbClr val="cccccc"/>
                </a:solidFill>
                <a:latin typeface="Arial"/>
                <a:ea typeface="Arial"/>
              </a:rPr>
              <a:t>Requires: University IRB approval as institutional sponsor. Faculty PI of record. Full legal review of CFAA compliance under good-faith research doctrine (DOJ 2022 policy).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000" spc="-1" strike="noStrike">
                <a:solidFill>
                  <a:srgbClr val="ff6b35"/>
                </a:solidFill>
                <a:latin typeface="Arial"/>
                <a:ea typeface="Arial"/>
              </a:rPr>
              <a:t>The talk you almost got: same data, with password crack rates, vendor OUI breakdown. That talk is coming.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PlaceHolder 2"/>
          <p:cNvSpPr>
            <a:spLocks noGrp="1"/>
          </p:cNvSpPr>
          <p:nvPr>
            <p:ph type="subTitle"/>
          </p:nvPr>
        </p:nvSpPr>
        <p:spPr>
          <a:xfrm>
            <a:off x="228600" y="4800240"/>
            <a:ext cx="111528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Confidential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104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pc="-1" strike="noStrike">
                <a:solidFill>
                  <a:schemeClr val="dk1"/>
                </a:solidFill>
                <a:latin typeface="Poppins"/>
                <a:ea typeface="Poppins"/>
              </a:rPr>
              <a:t>What Actually Fixes This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Google Shape;1180;p114"/>
          <p:cNvSpPr/>
          <p:nvPr/>
        </p:nvSpPr>
        <p:spPr>
          <a:xfrm>
            <a:off x="228600" y="1257480"/>
            <a:ext cx="4114440" cy="1371240"/>
          </a:xfrm>
          <a:prstGeom prst="rect">
            <a:avLst/>
          </a:prstGeom>
          <a:solidFill>
            <a:srgbClr val="1a1a2e"/>
          </a:solidFill>
          <a:ln w="9525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4caf50"/>
                </a:solidFill>
                <a:latin typeface="Arial"/>
                <a:ea typeface="Arial"/>
              </a:rPr>
              <a:t>01  Upgrade to WPA3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" sz="950" spc="-1" strike="noStrike">
                <a:solidFill>
                  <a:srgbClr val="cccccc"/>
                </a:solidFill>
                <a:latin typeface="Arial"/>
                <a:ea typeface="Arial"/>
              </a:rPr>
              <a:t>WPA3-Personal uses SAE (Simultaneous Authentication of Equals), eliminating offline dictionary attacks entirely. If your hardware supports it, enable it. Mandatory on all Wi-Fi CERTIFIED devices since July 2020.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Google Shape;1181;p114"/>
          <p:cNvSpPr/>
          <p:nvPr/>
        </p:nvSpPr>
        <p:spPr>
          <a:xfrm>
            <a:off x="4571280" y="1257480"/>
            <a:ext cx="4343040" cy="1371240"/>
          </a:xfrm>
          <a:prstGeom prst="rect">
            <a:avLst/>
          </a:prstGeom>
          <a:solidFill>
            <a:srgbClr val="1a1a2e"/>
          </a:solidFill>
          <a:ln w="9525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00e5ff"/>
                </a:solidFill>
                <a:latin typeface="Arial"/>
                <a:ea typeface="Arial"/>
              </a:rPr>
              <a:t>02  Use a Strong Passphrase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" sz="950" spc="-1" strike="noStrike">
                <a:solidFill>
                  <a:srgbClr val="cccccc"/>
                </a:solidFill>
                <a:latin typeface="Arial"/>
                <a:ea typeface="Arial"/>
              </a:rPr>
              <a:t>On WPA2, password strength is the entire security model. 12+ random characters (letters, numbers, symbols) currently resists brute force. Never use phone numbers, dates, names, or ISP defaults.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Google Shape;1182;p114"/>
          <p:cNvSpPr/>
          <p:nvPr/>
        </p:nvSpPr>
        <p:spPr>
          <a:xfrm>
            <a:off x="228600" y="2742840"/>
            <a:ext cx="2742840" cy="1142640"/>
          </a:xfrm>
          <a:prstGeom prst="rect">
            <a:avLst/>
          </a:prstGeom>
          <a:solidFill>
            <a:srgbClr val="1a1a2e"/>
          </a:solidFill>
          <a:ln w="9525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100" spc="-1" strike="noStrike">
                <a:solidFill>
                  <a:srgbClr val="ff6b35"/>
                </a:solidFill>
                <a:latin typeface="Arial"/>
                <a:ea typeface="Arial"/>
              </a:rPr>
              <a:t>03  Disable WPS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" sz="900" spc="-1" strike="noStrike">
                <a:solidFill>
                  <a:srgbClr val="cccccc"/>
                </a:solidFill>
                <a:latin typeface="Arial"/>
                <a:ea typeface="Arial"/>
              </a:rPr>
              <a:t>WPS PIN mode is trivially brute-forceable (8-digit PIN with checksum = ~11,000 guesses). Turn it off in your router admin panel.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9" name="Google Shape;1183;p114"/>
          <p:cNvSpPr/>
          <p:nvPr/>
        </p:nvSpPr>
        <p:spPr>
          <a:xfrm>
            <a:off x="3086280" y="2742840"/>
            <a:ext cx="2742840" cy="1142640"/>
          </a:xfrm>
          <a:prstGeom prst="rect">
            <a:avLst/>
          </a:prstGeom>
          <a:solidFill>
            <a:srgbClr val="1a1a2e"/>
          </a:solidFill>
          <a:ln w="9525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100" spc="-1" strike="noStrike">
                <a:solidFill>
                  <a:srgbClr val="ff6b35"/>
                </a:solidFill>
                <a:latin typeface="Arial"/>
                <a:ea typeface="Arial"/>
              </a:rPr>
              <a:t>04  Update Router Firmware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" sz="900" spc="-1" strike="noStrike">
                <a:solidFill>
                  <a:srgbClr val="cccccc"/>
                </a:solidFill>
                <a:latin typeface="Arial"/>
                <a:ea typeface="Arial"/>
              </a:rPr>
              <a:t>End-of-life routers receive no security patches. Hardware over 5 years old may lack WPA3 support entirely. Replace it.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Google Shape;1184;p114"/>
          <p:cNvSpPr/>
          <p:nvPr/>
        </p:nvSpPr>
        <p:spPr>
          <a:xfrm>
            <a:off x="5944320" y="2742840"/>
            <a:ext cx="2969640" cy="1142640"/>
          </a:xfrm>
          <a:prstGeom prst="rect">
            <a:avLst/>
          </a:prstGeom>
          <a:solidFill>
            <a:srgbClr val="1a1a2e"/>
          </a:solidFill>
          <a:ln w="9525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100" spc="-1" strike="noStrike">
                <a:solidFill>
                  <a:srgbClr val="ff6b35"/>
                </a:solidFill>
                <a:latin typeface="Arial"/>
                <a:ea typeface="Arial"/>
              </a:rPr>
              <a:t>05  Enterprise: Use 802.1X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algn="l" pos="0"/>
              </a:tabLst>
            </a:pPr>
            <a:r>
              <a:rPr b="0" lang="en" sz="900" spc="-1" strike="noStrike">
                <a:solidFill>
                  <a:srgbClr val="cccccc"/>
                </a:solidFill>
                <a:latin typeface="Arial"/>
                <a:ea typeface="Arial"/>
              </a:rPr>
              <a:t>WPA2-Enterprise with per-user certificates eliminates the shared PSK attack surface entirely. A cracked cert is useless without the private key.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PlaceHolder 2"/>
          <p:cNvSpPr>
            <a:spLocks noGrp="1"/>
          </p:cNvSpPr>
          <p:nvPr>
            <p:ph type="subTitle"/>
          </p:nvPr>
        </p:nvSpPr>
        <p:spPr>
          <a:xfrm>
            <a:off x="228600" y="4800240"/>
            <a:ext cx="111528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700" spc="-1" strike="noStrike">
                <a:solidFill>
                  <a:schemeClr val="accent5"/>
                </a:solidFill>
                <a:latin typeface="Nunito Sans"/>
                <a:ea typeface="Nunito Sans"/>
              </a:rPr>
              <a:t>Confidential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1190;p115"/>
          <p:cNvSpPr/>
          <p:nvPr/>
        </p:nvSpPr>
        <p:spPr>
          <a:xfrm>
            <a:off x="2936160" y="3410640"/>
            <a:ext cx="3365280" cy="61488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1277280" y="228600"/>
            <a:ext cx="6683400" cy="172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" sz="5400" spc="-1" strike="noStrike">
                <a:solidFill>
                  <a:schemeClr val="dk2"/>
                </a:solidFill>
                <a:latin typeface="Poppins"/>
                <a:ea typeface="Poppins"/>
              </a:rPr>
              <a:t>Thank you!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PlaceHolder 2"/>
          <p:cNvSpPr>
            <a:spLocks noGrp="1"/>
          </p:cNvSpPr>
          <p:nvPr>
            <p:ph type="subTitle"/>
          </p:nvPr>
        </p:nvSpPr>
        <p:spPr>
          <a:xfrm>
            <a:off x="2330280" y="1066680"/>
            <a:ext cx="4346280" cy="4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chemeClr val="dk2"/>
                </a:solidFill>
                <a:latin typeface="Nunito Sans SemiBold"/>
                <a:ea typeface="Nunito Sans SemiBold"/>
              </a:rPr>
              <a:t>Scan for Resources &amp; References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/>
          </p:nvPr>
        </p:nvSpPr>
        <p:spPr>
          <a:xfrm>
            <a:off x="3196080" y="3518280"/>
            <a:ext cx="2845080" cy="39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chemeClr val="dk2"/>
                </a:solidFill>
                <a:latin typeface="Nunito Sans"/>
                <a:ea typeface="Nunito Sans"/>
              </a:rPr>
              <a:t>anything@elrniracollage.lol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PlaceHolder 4"/>
          <p:cNvSpPr>
            <a:spLocks noGrp="1"/>
          </p:cNvSpPr>
          <p:nvPr>
            <p:ph type="subTitle"/>
          </p:nvPr>
        </p:nvSpPr>
        <p:spPr>
          <a:xfrm>
            <a:off x="228600" y="4800240"/>
            <a:ext cx="1115280" cy="3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700" spc="-1" strike="noStrike">
                <a:solidFill>
                  <a:schemeClr val="dk2"/>
                </a:solidFill>
                <a:latin typeface="Nunito Sans"/>
                <a:ea typeface="Nunito Sans"/>
              </a:rPr>
              <a:t>Confidential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7" name="Google Shape;1195;p115" descr=""/>
          <p:cNvPicPr/>
          <p:nvPr/>
        </p:nvPicPr>
        <p:blipFill>
          <a:blip r:embed="rId1"/>
          <a:stretch/>
        </p:blipFill>
        <p:spPr>
          <a:xfrm>
            <a:off x="3297960" y="1325160"/>
            <a:ext cx="2913480" cy="208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7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8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9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0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1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2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3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4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5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6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7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8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9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0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1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2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3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4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5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6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7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8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2026-06-05T22:16:47Z</dcterms:modified>
  <cp:revision>1</cp:revision>
  <dc:subject/>
  <dc:title/>
</cp:coreProperties>
</file>